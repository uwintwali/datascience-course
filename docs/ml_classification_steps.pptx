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66" r:id="rId4"/>
  </p:sldMasterIdLst>
  <p:notesMasterIdLst>
    <p:notesMasterId r:id="rId15"/>
  </p:notesMasterIdLst>
  <p:sldIdLst>
    <p:sldId id="2561" r:id="rId5"/>
    <p:sldId id="2562" r:id="rId6"/>
    <p:sldId id="2563" r:id="rId7"/>
    <p:sldId id="2564" r:id="rId8"/>
    <p:sldId id="2565" r:id="rId9"/>
    <p:sldId id="2566" r:id="rId10"/>
    <p:sldId id="2567" r:id="rId11"/>
    <p:sldId id="2568" r:id="rId12"/>
    <p:sldId id="2569" r:id="rId13"/>
    <p:sldId id="2570"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eps to Develop a Machine Learning Classification Model" id="{B8D2F81F-C42B-496F-9C43-C815A74FAFB2}">
          <p14:sldIdLst>
            <p14:sldId id="2561"/>
          </p14:sldIdLst>
        </p14:section>
        <p14:section name="Introduction to ML Classification Model Development" id="{30034525-21E6-40CF-A94C-D69D282526EC}">
          <p14:sldIdLst>
            <p14:sldId id="2562"/>
            <p14:sldId id="2563"/>
            <p14:sldId id="2564"/>
            <p14:sldId id="2565"/>
            <p14:sldId id="2566"/>
            <p14:sldId id="2567"/>
            <p14:sldId id="2568"/>
            <p14:sldId id="2569"/>
            <p14:sldId id="2570"/>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1788B40-AE0B-2C66-7289-F5ACC0438AAF}" v="27" dt="2025-12-10T16:25:30.726"/>
    <p1510:client id="{E2B758C0-BA0F-40C1-9364-EBBD3C99C58B}" v="13" dt="2025-12-10T16:20:33.54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26"/>
  </p:normalViewPr>
  <p:slideViewPr>
    <p:cSldViewPr snapToGrid="0">
      <p:cViewPr varScale="1">
        <p:scale>
          <a:sx n="105" d="100"/>
          <a:sy n="105" d="100"/>
        </p:scale>
        <p:origin x="744" y="184"/>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517AE25-DEF4-46B8-BE30-8B17004CAE9F}" type="datetimeFigureOut">
              <a:t>12/10/25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31C8F5-FD9B-415A-ACBE-1708F259A4D9}" type="slidenum">
              <a:t>‹#›</a:t>
            </a:fld>
            <a:endParaRPr lang="en-US"/>
          </a:p>
        </p:txBody>
      </p:sp>
    </p:spTree>
    <p:extLst>
      <p:ext uri="{BB962C8B-B14F-4D97-AF65-F5344CB8AC3E}">
        <p14:creationId xmlns:p14="http://schemas.microsoft.com/office/powerpoint/2010/main" val="34698621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
</a:t>
            </a:r>
          </a:p>
        </p:txBody>
      </p:sp>
      <p:sp>
        <p:nvSpPr>
          <p:cNvPr id="4" name="Slide Number Placeholder 3"/>
          <p:cNvSpPr>
            <a:spLocks noGrp="1"/>
          </p:cNvSpPr>
          <p:nvPr>
            <p:ph type="sldNum" sz="quarter" idx="5"/>
          </p:nvPr>
        </p:nvSpPr>
        <p:spPr/>
        <p:txBody>
          <a:bodyPr/>
          <a:lstStyle/>
          <a:p>
            <a:fld id="{0D8C9371-985B-45D4-93C6-76141CF71DB8}" type="slidenum">
              <a:t>1</a:t>
            </a:fld>
            <a:endParaRPr lang="en-US"/>
          </a:p>
        </p:txBody>
      </p:sp>
    </p:spTree>
    <p:extLst>
      <p:ext uri="{BB962C8B-B14F-4D97-AF65-F5344CB8AC3E}">
        <p14:creationId xmlns:p14="http://schemas.microsoft.com/office/powerpoint/2010/main" val="9410965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Define the Problem, Collect Data, Preprocess Data, Split Data, Choose Model, Train Model, Evaluate Model, Deploy Model</a:t>
            </a:r>
          </a:p>
        </p:txBody>
      </p:sp>
      <p:sp>
        <p:nvSpPr>
          <p:cNvPr id="4" name="Slide Number Placeholder 3"/>
          <p:cNvSpPr>
            <a:spLocks noGrp="1"/>
          </p:cNvSpPr>
          <p:nvPr>
            <p:ph type="sldNum" sz="quarter" idx="5"/>
          </p:nvPr>
        </p:nvSpPr>
        <p:spPr/>
        <p:txBody>
          <a:bodyPr/>
          <a:lstStyle/>
          <a:p>
            <a:fld id="{0D8C9371-985B-45D4-93C6-76141CF71DB8}" type="slidenum">
              <a:t>2</a:t>
            </a:fld>
            <a:endParaRPr lang="en-US"/>
          </a:p>
        </p:txBody>
      </p:sp>
    </p:spTree>
    <p:extLst>
      <p:ext uri="{BB962C8B-B14F-4D97-AF65-F5344CB8AC3E}">
        <p14:creationId xmlns:p14="http://schemas.microsoft.com/office/powerpoint/2010/main" val="6651273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first step in developing a machine learning classification model is to clearly define the problem you aim to solve. This involves identifying the objective, understanding the business context, and specifying what needs to be predicted or classified. For example, you might want to classify emails as spam or not spam, or predict whether a customer will churn. Defining the problem also includes determining the type of classification—binary, multi-class, or multi-label—and setting measurable goals for success. A well-defined problem ensures that subsequent steps are aligned with the desired outcome and prevents wasted effort on irrelevant tasks. Additionally, it is important to consider constraints such as time, computational resources, and data availability during this stage. By articulating the problem clearly, you create a roadmap that guides data collection, model selection, and evaluation criteria throughout the project.</a:t>
            </a:r>
          </a:p>
        </p:txBody>
      </p:sp>
      <p:sp>
        <p:nvSpPr>
          <p:cNvPr id="4" name="Slide Number Placeholder 3"/>
          <p:cNvSpPr>
            <a:spLocks noGrp="1"/>
          </p:cNvSpPr>
          <p:nvPr>
            <p:ph type="sldNum" sz="quarter" idx="5"/>
          </p:nvPr>
        </p:nvSpPr>
        <p:spPr/>
        <p:txBody>
          <a:bodyPr/>
          <a:lstStyle/>
          <a:p>
            <a:fld id="{0D8C9371-985B-45D4-93C6-76141CF71DB8}" type="slidenum">
              <a:t>3</a:t>
            </a:fld>
            <a:endParaRPr lang="en-US"/>
          </a:p>
        </p:txBody>
      </p:sp>
    </p:spTree>
    <p:extLst>
      <p:ext uri="{BB962C8B-B14F-4D97-AF65-F5344CB8AC3E}">
        <p14:creationId xmlns:p14="http://schemas.microsoft.com/office/powerpoint/2010/main" val="14200537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Data collection is the foundation of any machine learning project. The quality and quantity of data directly impact the performance of your classification model. Sources of data can include internal databases, public datasets, APIs, or data generated through sensors and user interactions. It is essential to gather data that is representative of the problem domain and includes all relevant features for classification. During this step, you should also consider ethical and legal aspects, such as data privacy and compliance with regulations like GDPR. Data collection may involve merging multiple datasets, handling missing values, and ensuring that the data covers all classes adequately to avoid bias. A robust data collection process sets the stage for accurate predictions and minimizes issues related to overfitting or underfitting later in the modeling process.</a:t>
            </a:r>
          </a:p>
        </p:txBody>
      </p:sp>
      <p:sp>
        <p:nvSpPr>
          <p:cNvPr id="4" name="Slide Number Placeholder 3"/>
          <p:cNvSpPr>
            <a:spLocks noGrp="1"/>
          </p:cNvSpPr>
          <p:nvPr>
            <p:ph type="sldNum" sz="quarter" idx="5"/>
          </p:nvPr>
        </p:nvSpPr>
        <p:spPr/>
        <p:txBody>
          <a:bodyPr/>
          <a:lstStyle/>
          <a:p>
            <a:fld id="{0D8C9371-985B-45D4-93C6-76141CF71DB8}" type="slidenum">
              <a:t>4</a:t>
            </a:fld>
            <a:endParaRPr lang="en-US"/>
          </a:p>
        </p:txBody>
      </p:sp>
    </p:spTree>
    <p:extLst>
      <p:ext uri="{BB962C8B-B14F-4D97-AF65-F5344CB8AC3E}">
        <p14:creationId xmlns:p14="http://schemas.microsoft.com/office/powerpoint/2010/main" val="32811454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Preprocessing is a critical step that transforms raw data into a format suitable for modeling. This includes cleaning the data by removing duplicates, handling missing values, and correcting inconsistencies. Feature engineering is often performed during preprocessing to create new variables that enhance model performance. Normalization or standardization may be applied to ensure that features are on a similar scale, which is particularly important for algorithms sensitive to feature magnitude. Encoding categorical variables into numerical formats, such as one-hot encoding, is also common. Additionally, outlier detection and removal can prevent skewed results. Effective preprocessing improves model accuracy, reduces noise, and ensures that the algorithm can learn meaningful patterns from the data. Without proper preprocessing, even the most advanced algorithms may fail to deliver reliable results.</a:t>
            </a:r>
          </a:p>
        </p:txBody>
      </p:sp>
      <p:sp>
        <p:nvSpPr>
          <p:cNvPr id="4" name="Slide Number Placeholder 3"/>
          <p:cNvSpPr>
            <a:spLocks noGrp="1"/>
          </p:cNvSpPr>
          <p:nvPr>
            <p:ph type="sldNum" sz="quarter" idx="5"/>
          </p:nvPr>
        </p:nvSpPr>
        <p:spPr/>
        <p:txBody>
          <a:bodyPr/>
          <a:lstStyle/>
          <a:p>
            <a:fld id="{0D8C9371-985B-45D4-93C6-76141CF71DB8}" type="slidenum">
              <a:t>5</a:t>
            </a:fld>
            <a:endParaRPr lang="en-US"/>
          </a:p>
        </p:txBody>
      </p:sp>
    </p:spTree>
    <p:extLst>
      <p:ext uri="{BB962C8B-B14F-4D97-AF65-F5344CB8AC3E}">
        <p14:creationId xmlns:p14="http://schemas.microsoft.com/office/powerpoint/2010/main" val="40068682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Splitting the dataset into training, validation, and test sets is essential for evaluating the performance of your classification model. Typically, the data is divided so that the training set is used to fit the model, the validation set helps tune hyperparameters, and the test set assesses final performance. A common split ratio is 70% for training, 15% for validation, and 15% for testing, though this can vary based on dataset size. Proper splitting ensures that the model generalizes well to unseen data and prevents overfitting. Techniques such as stratified sampling can be used to maintain class distribution across splits, which is crucial for imbalanced datasets. By reserving a portion of the data for unbiased evaluation, you gain confidence that the model will perform effectively in real-world scenarios.</a:t>
            </a:r>
          </a:p>
        </p:txBody>
      </p:sp>
      <p:sp>
        <p:nvSpPr>
          <p:cNvPr id="4" name="Slide Number Placeholder 3"/>
          <p:cNvSpPr>
            <a:spLocks noGrp="1"/>
          </p:cNvSpPr>
          <p:nvPr>
            <p:ph type="sldNum" sz="quarter" idx="5"/>
          </p:nvPr>
        </p:nvSpPr>
        <p:spPr/>
        <p:txBody>
          <a:bodyPr/>
          <a:lstStyle/>
          <a:p>
            <a:fld id="{0D8C9371-985B-45D4-93C6-76141CF71DB8}" type="slidenum">
              <a:t>6</a:t>
            </a:fld>
            <a:endParaRPr lang="en-US"/>
          </a:p>
        </p:txBody>
      </p:sp>
    </p:spTree>
    <p:extLst>
      <p:ext uri="{BB962C8B-B14F-4D97-AF65-F5344CB8AC3E}">
        <p14:creationId xmlns:p14="http://schemas.microsoft.com/office/powerpoint/2010/main" val="1042025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Selecting the right algorithm for your classification task is a key decision. Common algorithms include Logistic Regression, Decision Trees, K-Neighbors, Random Forests, Support Vector Machines, and Neural Networks. The choice depends on factors such as dataset size, feature types, interpretability requirements, and computational resources. For example, logistic regression is simple and interpretable, while neural networks can handle complex patterns but require more data and processing power. It is often beneficial to experiment with multiple algorithms and compare their performance using validation data. Additionally, consider whether the model needs to handle imbalanced classes, high-dimensional data, or non-linear relationships. Choosing an appropriate model ensures that you strike the right balance between accuracy, complexity, and scalability for your specific problem.</a:t>
            </a:r>
          </a:p>
        </p:txBody>
      </p:sp>
      <p:sp>
        <p:nvSpPr>
          <p:cNvPr id="4" name="Slide Number Placeholder 3"/>
          <p:cNvSpPr>
            <a:spLocks noGrp="1"/>
          </p:cNvSpPr>
          <p:nvPr>
            <p:ph type="sldNum" sz="quarter" idx="5"/>
          </p:nvPr>
        </p:nvSpPr>
        <p:spPr/>
        <p:txBody>
          <a:bodyPr/>
          <a:lstStyle/>
          <a:p>
            <a:fld id="{0D8C9371-985B-45D4-93C6-76141CF71DB8}" type="slidenum">
              <a:t>7</a:t>
            </a:fld>
            <a:endParaRPr lang="en-US"/>
          </a:p>
        </p:txBody>
      </p:sp>
    </p:spTree>
    <p:extLst>
      <p:ext uri="{BB962C8B-B14F-4D97-AF65-F5344CB8AC3E}">
        <p14:creationId xmlns:p14="http://schemas.microsoft.com/office/powerpoint/2010/main" val="22182238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Training the model involves feeding the algorithm with the training data and allowing it to learn patterns that distinguish different classes. During this process, the model adjusts its parameters to minimize error based on a chosen loss function. Hyperparameter tuning, such as adjusting learning rates or tree depths, can significantly impact performance. Techniques like cross-validation help ensure that the model is robust and not overfitted to the training data. It is also important to monitor training metrics and use early stopping if necessary to prevent overfitting. Training can be computationally intensive, especially for large datasets or complex models, so efficient resource management and optimization strategies are crucial. A well-trained model forms the backbone of accurate predictions and reliable classification outcomes.</a:t>
            </a:r>
          </a:p>
        </p:txBody>
      </p:sp>
      <p:sp>
        <p:nvSpPr>
          <p:cNvPr id="4" name="Slide Number Placeholder 3"/>
          <p:cNvSpPr>
            <a:spLocks noGrp="1"/>
          </p:cNvSpPr>
          <p:nvPr>
            <p:ph type="sldNum" sz="quarter" idx="5"/>
          </p:nvPr>
        </p:nvSpPr>
        <p:spPr/>
        <p:txBody>
          <a:bodyPr/>
          <a:lstStyle/>
          <a:p>
            <a:fld id="{0D8C9371-985B-45D4-93C6-76141CF71DB8}" type="slidenum">
              <a:t>8</a:t>
            </a:fld>
            <a:endParaRPr lang="en-US"/>
          </a:p>
        </p:txBody>
      </p:sp>
    </p:spTree>
    <p:extLst>
      <p:ext uri="{BB962C8B-B14F-4D97-AF65-F5344CB8AC3E}">
        <p14:creationId xmlns:p14="http://schemas.microsoft.com/office/powerpoint/2010/main" val="33569603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Evaluation determines how well the model performs on unseen data. Common metrics for classification include accuracy, precision, recall, F1-score, and area under the ROC curve (AUC). These metrics provide insights into different aspects of performance, such as how well the model handles false positives and false negatives. Confusion matrices are useful for visualizing classification results across classes. It is important to evaluate the model on the test set, which was not used during training or validation, to obtain an unbiased estimate of performance. For imbalanced datasets, metrics like precision-recall curves or weighted accuracy may be more informative than overall accuracy. Thorough evaluation ensures that the model meets the defined objectives and is ready for deployment in real-world applications.</a:t>
            </a:r>
          </a:p>
        </p:txBody>
      </p:sp>
      <p:sp>
        <p:nvSpPr>
          <p:cNvPr id="4" name="Slide Number Placeholder 3"/>
          <p:cNvSpPr>
            <a:spLocks noGrp="1"/>
          </p:cNvSpPr>
          <p:nvPr>
            <p:ph type="sldNum" sz="quarter" idx="5"/>
          </p:nvPr>
        </p:nvSpPr>
        <p:spPr/>
        <p:txBody>
          <a:bodyPr/>
          <a:lstStyle/>
          <a:p>
            <a:fld id="{0D8C9371-985B-45D4-93C6-76141CF71DB8}" type="slidenum">
              <a:t>9</a:t>
            </a:fld>
            <a:endParaRPr lang="en-US"/>
          </a:p>
        </p:txBody>
      </p:sp>
    </p:spTree>
    <p:extLst>
      <p:ext uri="{BB962C8B-B14F-4D97-AF65-F5344CB8AC3E}">
        <p14:creationId xmlns:p14="http://schemas.microsoft.com/office/powerpoint/2010/main" val="36830640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Deployment is the final step where the trained model is integrated into a production environment to make predictions on new data. This involves setting up infrastructure for real-time or batch predictions, ensuring scalability, and monitoring performance over time. Deployment may require creating APIs, containerizing the model using tools like Docker, and implementing security measures to protect data and model integrity. Continuous monitoring is essential to detect performance degradation due to changing data distributions, a phenomenon known as model drift. Retraining the model periodically or implementing automated pipelines can help maintain accuracy. Successful deployment transforms the model from a theoretical solution into a practical tool that delivers value to users and stakeholders.</a:t>
            </a:r>
          </a:p>
        </p:txBody>
      </p:sp>
      <p:sp>
        <p:nvSpPr>
          <p:cNvPr id="4" name="Slide Number Placeholder 3"/>
          <p:cNvSpPr>
            <a:spLocks noGrp="1"/>
          </p:cNvSpPr>
          <p:nvPr>
            <p:ph type="sldNum" sz="quarter" idx="5"/>
          </p:nvPr>
        </p:nvSpPr>
        <p:spPr/>
        <p:txBody>
          <a:bodyPr/>
          <a:lstStyle/>
          <a:p>
            <a:fld id="{0D8C9371-985B-45D4-93C6-76141CF71DB8}" type="slidenum">
              <a:t>10</a:t>
            </a:fld>
            <a:endParaRPr lang="en-US"/>
          </a:p>
        </p:txBody>
      </p:sp>
    </p:spTree>
    <p:extLst>
      <p:ext uri="{BB962C8B-B14F-4D97-AF65-F5344CB8AC3E}">
        <p14:creationId xmlns:p14="http://schemas.microsoft.com/office/powerpoint/2010/main" val="17697134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bg>
      <p:bgRef idx="1001">
        <a:schemeClr val="bg1"/>
      </p:bgRef>
    </p:bg>
    <p:spTree>
      <p:nvGrpSpPr>
        <p:cNvPr id="1" name=""/>
        <p:cNvGrpSpPr/>
        <p:nvPr/>
      </p:nvGrpSpPr>
      <p:grpSpPr>
        <a:xfrm>
          <a:off x="0" y="0"/>
          <a:ext cx="0" cy="0"/>
          <a:chOff x="0" y="0"/>
          <a:chExt cx="0" cy="0"/>
        </a:xfrm>
      </p:grpSpPr>
      <p:sp useBgFill="1">
        <p:nvSpPr>
          <p:cNvPr id="15" name="Oval 14">
            <a:extLst>
              <a:ext uri="{FF2B5EF4-FFF2-40B4-BE49-F238E27FC236}">
                <a16:creationId xmlns:a16="http://schemas.microsoft.com/office/drawing/2014/main" id="{D9699E7E-EA95-258E-EE85-5B6712A5D963}"/>
              </a:ext>
              <a:ext uri="{C183D7F6-B498-43B3-948B-1728B52AA6E4}">
                <adec:decorative xmlns:adec="http://schemas.microsoft.com/office/drawing/2017/decorative" val="1"/>
              </a:ext>
            </a:extLst>
          </p:cNvPr>
          <p:cNvSpPr/>
          <p:nvPr/>
        </p:nvSpPr>
        <p:spPr>
          <a:xfrm>
            <a:off x="695096" y="1082040"/>
            <a:ext cx="4692243" cy="4692243"/>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088136" y="2212848"/>
            <a:ext cx="3941064" cy="1426464"/>
          </a:xfrm>
          <a:prstGeom prst="rect">
            <a:avLst/>
          </a:prstGeom>
        </p:spPr>
        <p:txBody>
          <a:bodyPr anchor="b">
            <a:normAutofit/>
          </a:bodyPr>
          <a:lstStyle>
            <a:lvl1pPr algn="ctr">
              <a:lnSpc>
                <a:spcPct val="120000"/>
              </a:lnSpc>
              <a:defRPr sz="2800">
                <a:solidFill>
                  <a:schemeClr val="tx1"/>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527048" y="4251960"/>
            <a:ext cx="3044952" cy="877824"/>
          </a:xfrm>
          <a:prstGeom prst="rect">
            <a:avLst/>
          </a:prstGeom>
        </p:spPr>
        <p:txBody>
          <a:bodyPr anchor="t">
            <a:normAutofit/>
          </a:bodyPr>
          <a:lstStyle>
            <a:lvl1pPr marL="0" indent="0" algn="ctr">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3" name="Picture Placeholder 12">
            <a:extLst>
              <a:ext uri="{FF2B5EF4-FFF2-40B4-BE49-F238E27FC236}">
                <a16:creationId xmlns:a16="http://schemas.microsoft.com/office/drawing/2014/main" id="{360E5C64-41A3-7E7F-EE42-A3FC02532B17}"/>
              </a:ext>
            </a:extLst>
          </p:cNvPr>
          <p:cNvSpPr>
            <a:spLocks noGrp="1"/>
          </p:cNvSpPr>
          <p:nvPr>
            <p:ph type="pic" sz="quarter" idx="13" hasCustomPrompt="1"/>
          </p:nvPr>
        </p:nvSpPr>
        <p:spPr>
          <a:xfrm>
            <a:off x="0" y="0"/>
            <a:ext cx="12192000" cy="6858000"/>
          </a:xfrm>
          <a:custGeom>
            <a:avLst/>
            <a:gdLst>
              <a:gd name="connsiteX0" fmla="*/ 3048000 w 12192000"/>
              <a:gd name="connsiteY0" fmla="*/ 1114197 h 6858000"/>
              <a:gd name="connsiteX1" fmla="*/ 733197 w 12192000"/>
              <a:gd name="connsiteY1" fmla="*/ 3429000 h 6858000"/>
              <a:gd name="connsiteX2" fmla="*/ 3048000 w 12192000"/>
              <a:gd name="connsiteY2" fmla="*/ 5743803 h 6858000"/>
              <a:gd name="connsiteX3" fmla="*/ 5362803 w 12192000"/>
              <a:gd name="connsiteY3" fmla="*/ 3429000 h 6858000"/>
              <a:gd name="connsiteX4" fmla="*/ 3048000 w 12192000"/>
              <a:gd name="connsiteY4" fmla="*/ 1114197 h 6858000"/>
              <a:gd name="connsiteX5" fmla="*/ 0 w 12192000"/>
              <a:gd name="connsiteY5" fmla="*/ 0 h 6858000"/>
              <a:gd name="connsiteX6" fmla="*/ 12192000 w 12192000"/>
              <a:gd name="connsiteY6" fmla="*/ 0 h 6858000"/>
              <a:gd name="connsiteX7" fmla="*/ 12192000 w 12192000"/>
              <a:gd name="connsiteY7" fmla="*/ 6858000 h 6858000"/>
              <a:gd name="connsiteX8" fmla="*/ 0 w 12192000"/>
              <a:gd name="connsiteY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6858000">
                <a:moveTo>
                  <a:pt x="3048000" y="1114197"/>
                </a:moveTo>
                <a:cubicBezTo>
                  <a:pt x="1769570" y="1114197"/>
                  <a:pt x="733197" y="2150570"/>
                  <a:pt x="733197" y="3429000"/>
                </a:cubicBezTo>
                <a:cubicBezTo>
                  <a:pt x="733197" y="4707430"/>
                  <a:pt x="1769570" y="5743803"/>
                  <a:pt x="3048000" y="5743803"/>
                </a:cubicBezTo>
                <a:cubicBezTo>
                  <a:pt x="4326430" y="5743803"/>
                  <a:pt x="5362803" y="4707430"/>
                  <a:pt x="5362803" y="3429000"/>
                </a:cubicBezTo>
                <a:cubicBezTo>
                  <a:pt x="5362803" y="2150570"/>
                  <a:pt x="4326430" y="1114197"/>
                  <a:pt x="3048000" y="1114197"/>
                </a:cubicBezTo>
                <a:close/>
                <a:moveTo>
                  <a:pt x="0" y="0"/>
                </a:moveTo>
                <a:lnTo>
                  <a:pt x="12192000" y="0"/>
                </a:lnTo>
                <a:lnTo>
                  <a:pt x="12192000" y="6858000"/>
                </a:lnTo>
                <a:lnTo>
                  <a:pt x="0" y="6858000"/>
                </a:lnTo>
                <a:close/>
              </a:path>
            </a:pathLst>
          </a:custGeom>
          <a:blipFill>
            <a:blip r:embed="rId2">
              <a:alphaModFix amt="80000"/>
            </a:blip>
            <a:stretch>
              <a:fillRect/>
            </a:stretch>
          </a:blipFill>
        </p:spPr>
        <p:txBody>
          <a:bodyPr wrap="square">
            <a:noAutofit/>
          </a:bodyPr>
          <a:lstStyle>
            <a:lvl1pPr marL="0" indent="0">
              <a:buNone/>
              <a:defRPr/>
            </a:lvl1pPr>
          </a:lstStyle>
          <a:p>
            <a:r>
              <a:rPr lang="en-US"/>
              <a:t> </a:t>
            </a:r>
          </a:p>
        </p:txBody>
      </p:sp>
      <p:cxnSp>
        <p:nvCxnSpPr>
          <p:cNvPr id="8" name="Straight Connector 7">
            <a:extLst>
              <a:ext uri="{FF2B5EF4-FFF2-40B4-BE49-F238E27FC236}">
                <a16:creationId xmlns:a16="http://schemas.microsoft.com/office/drawing/2014/main" id="{C57A2E3A-6DE5-8378-A089-49E8A2E29D17}"/>
              </a:ext>
              <a:ext uri="{C183D7F6-B498-43B3-948B-1728B52AA6E4}">
                <adec:decorative xmlns:adec="http://schemas.microsoft.com/office/drawing/2017/decorative" val="1"/>
              </a:ext>
            </a:extLst>
          </p:cNvPr>
          <p:cNvCxnSpPr>
            <a:cxnSpLocks/>
          </p:cNvCxnSpPr>
          <p:nvPr/>
        </p:nvCxnSpPr>
        <p:spPr>
          <a:xfrm>
            <a:off x="2562423" y="3960586"/>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Footer Placeholder 8">
            <a:extLst>
              <a:ext uri="{FF2B5EF4-FFF2-40B4-BE49-F238E27FC236}">
                <a16:creationId xmlns:a16="http://schemas.microsoft.com/office/drawing/2014/main" id="{09FA0CB7-81FD-E5AB-555F-E1C775A249E1}"/>
              </a:ext>
            </a:extLst>
          </p:cNvPr>
          <p:cNvSpPr>
            <a:spLocks noGrp="1"/>
          </p:cNvSpPr>
          <p:nvPr>
            <p:ph type="ftr" sz="quarter" idx="11"/>
          </p:nvPr>
        </p:nvSpPr>
        <p:spPr>
          <a:xfrm rot="5400000">
            <a:off x="10469880" y="1609344"/>
            <a:ext cx="2670048" cy="365760"/>
          </a:xfrm>
          <a:prstGeom prst="rect">
            <a:avLst/>
          </a:prstGeom>
        </p:spPr>
        <p:txBody>
          <a:bodyPr/>
          <a:lstStyle>
            <a:lvl1pPr>
              <a:defRPr>
                <a:solidFill>
                  <a:schemeClr val="bg1"/>
                </a:solidFill>
                <a:effectLst>
                  <a:outerShdw blurRad="38100" dist="38100" dir="2700000" algn="tl">
                    <a:srgbClr val="000000">
                      <a:alpha val="43137"/>
                    </a:srgbClr>
                  </a:outerShdw>
                </a:effectLst>
              </a:defRPr>
            </a:lvl1pPr>
          </a:lstStyle>
          <a:p>
            <a:pPr algn="r"/>
            <a:r>
              <a:rPr lang="en-US"/>
              <a:t>Sample Footer Text</a:t>
            </a:r>
          </a:p>
        </p:txBody>
      </p:sp>
      <p:sp>
        <p:nvSpPr>
          <p:cNvPr id="10" name="Slide Number Placeholder 9">
            <a:extLst>
              <a:ext uri="{FF2B5EF4-FFF2-40B4-BE49-F238E27FC236}">
                <a16:creationId xmlns:a16="http://schemas.microsoft.com/office/drawing/2014/main" id="{214A870A-A927-4B80-CF98-DCEAE185B2E6}"/>
              </a:ext>
            </a:extLst>
          </p:cNvPr>
          <p:cNvSpPr>
            <a:spLocks noGrp="1"/>
          </p:cNvSpPr>
          <p:nvPr>
            <p:ph type="sldNum" sz="quarter" idx="12"/>
          </p:nvPr>
        </p:nvSpPr>
        <p:spPr>
          <a:xfrm>
            <a:off x="11494008" y="3218688"/>
            <a:ext cx="630936" cy="429768"/>
          </a:xfrm>
          <a:prstGeom prst="rect">
            <a:avLst/>
          </a:prstGeom>
        </p:spPr>
        <p:txBody>
          <a:bodyPr/>
          <a:lstStyle>
            <a:lvl1pPr>
              <a:defRPr>
                <a:solidFill>
                  <a:schemeClr val="bg1"/>
                </a:solidFill>
                <a:effectLst>
                  <a:outerShdw blurRad="38100" dist="38100" dir="2700000" algn="tl">
                    <a:srgbClr val="000000">
                      <a:alpha val="43137"/>
                    </a:srgbClr>
                  </a:outerShdw>
                </a:effectLst>
              </a:defRPr>
            </a:lvl1pPr>
          </a:lstStyle>
          <a:p>
            <a:pPr algn="ctr"/>
            <a:fld id="{CC057153-B650-4DEB-B370-79DDCFDCE934}" type="slidenum">
              <a:rPr lang="en-US" smtClean="0"/>
              <a:pPr algn="ctr"/>
              <a:t>‹#›</a:t>
            </a:fld>
            <a:endParaRPr lang="en-US"/>
          </a:p>
        </p:txBody>
      </p:sp>
      <p:sp>
        <p:nvSpPr>
          <p:cNvPr id="7" name="Date Placeholder 6">
            <a:extLst>
              <a:ext uri="{FF2B5EF4-FFF2-40B4-BE49-F238E27FC236}">
                <a16:creationId xmlns:a16="http://schemas.microsoft.com/office/drawing/2014/main" id="{1C479C96-7BEB-F059-03DB-852A6D2778BB}"/>
              </a:ext>
            </a:extLst>
          </p:cNvPr>
          <p:cNvSpPr>
            <a:spLocks noGrp="1"/>
          </p:cNvSpPr>
          <p:nvPr>
            <p:ph type="dt" sz="half" idx="10"/>
          </p:nvPr>
        </p:nvSpPr>
        <p:spPr>
          <a:xfrm rot="5400000">
            <a:off x="10469880" y="4892040"/>
            <a:ext cx="2670048" cy="365760"/>
          </a:xfrm>
          <a:prstGeom prst="rect">
            <a:avLst/>
          </a:prstGeom>
        </p:spPr>
        <p:txBody>
          <a:bodyPr/>
          <a:lstStyle>
            <a:lvl1pPr>
              <a:defRPr>
                <a:solidFill>
                  <a:schemeClr val="bg1"/>
                </a:solidFill>
                <a:effectLst>
                  <a:outerShdw blurRad="38100" dist="38100" dir="2700000" algn="tl">
                    <a:srgbClr val="000000">
                      <a:alpha val="43137"/>
                    </a:srgbClr>
                  </a:outerShdw>
                </a:effectLst>
              </a:defRPr>
            </a:lvl1pPr>
          </a:lstStyle>
          <a:p>
            <a:fld id="{13F6E6D0-87B4-4C3B-B3F0-66F0B5E50C89}" type="datetime4">
              <a:rPr lang="en-US" smtClean="0"/>
              <a:t>December 10, 2025</a:t>
            </a:fld>
            <a:endParaRPr lang="en-US"/>
          </a:p>
        </p:txBody>
      </p:sp>
    </p:spTree>
    <p:extLst>
      <p:ext uri="{BB962C8B-B14F-4D97-AF65-F5344CB8AC3E}">
        <p14:creationId xmlns:p14="http://schemas.microsoft.com/office/powerpoint/2010/main" val="40733612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402336"/>
            <a:ext cx="10570464" cy="1088136"/>
          </a:xfrm>
          <a:prstGeom prst="rect">
            <a:avLst/>
          </a:prstGeom>
        </p:spPr>
        <p:txBody>
          <a:bodyPr anchor="ctr"/>
          <a:lstStyle>
            <a:lvl1pPr>
              <a:lnSpc>
                <a:spcPct val="120000"/>
              </a:lnSpc>
              <a:defRPr/>
            </a:lvl1p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12648" y="1771561"/>
            <a:ext cx="10570464" cy="4738237"/>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p>
        </p:txBody>
      </p:sp>
      <p:sp>
        <p:nvSpPr>
          <p:cNvPr id="9" name="Footer Placeholder 8">
            <a:extLst>
              <a:ext uri="{FF2B5EF4-FFF2-40B4-BE49-F238E27FC236}">
                <a16:creationId xmlns:a16="http://schemas.microsoft.com/office/drawing/2014/main" id="{1C13AFFC-4568-3E17-7C33-09B92BCA6D9E}"/>
              </a:ext>
            </a:extLst>
          </p:cNvPr>
          <p:cNvSpPr>
            <a:spLocks noGrp="1"/>
          </p:cNvSpPr>
          <p:nvPr>
            <p:ph type="ftr" sz="quarter" idx="11"/>
          </p:nvPr>
        </p:nvSpPr>
        <p:spPr>
          <a:xfrm rot="5400000">
            <a:off x="10469880" y="1609344"/>
            <a:ext cx="2670048" cy="365760"/>
          </a:xfrm>
          <a:prstGeom prst="rect">
            <a:avLst/>
          </a:prstGeom>
        </p:spPr>
        <p:txBody>
          <a:bodyPr/>
          <a:lstStyle/>
          <a:p>
            <a:pPr algn="r"/>
            <a:r>
              <a:rPr lang="en-US"/>
              <a:t>Sample Footer Text</a:t>
            </a:r>
          </a:p>
        </p:txBody>
      </p:sp>
      <p:sp>
        <p:nvSpPr>
          <p:cNvPr id="10" name="Slide Number Placeholder 9">
            <a:extLst>
              <a:ext uri="{FF2B5EF4-FFF2-40B4-BE49-F238E27FC236}">
                <a16:creationId xmlns:a16="http://schemas.microsoft.com/office/drawing/2014/main" id="{DDB5C042-810A-BFD3-4734-36B6D4034FEF}"/>
              </a:ext>
            </a:extLst>
          </p:cNvPr>
          <p:cNvSpPr>
            <a:spLocks noGrp="1"/>
          </p:cNvSpPr>
          <p:nvPr>
            <p:ph type="sldNum" sz="quarter" idx="12"/>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a:p>
        </p:txBody>
      </p:sp>
      <p:sp>
        <p:nvSpPr>
          <p:cNvPr id="8" name="Date Placeholder 7">
            <a:extLst>
              <a:ext uri="{FF2B5EF4-FFF2-40B4-BE49-F238E27FC236}">
                <a16:creationId xmlns:a16="http://schemas.microsoft.com/office/drawing/2014/main" id="{F6179C94-72AD-605C-3C39-C90A5F2E89D3}"/>
              </a:ext>
            </a:extLst>
          </p:cNvPr>
          <p:cNvSpPr>
            <a:spLocks noGrp="1"/>
          </p:cNvSpPr>
          <p:nvPr>
            <p:ph type="dt" sz="half" idx="10"/>
          </p:nvPr>
        </p:nvSpPr>
        <p:spPr>
          <a:xfrm rot="5400000">
            <a:off x="10469880" y="4892040"/>
            <a:ext cx="2670048" cy="365760"/>
          </a:xfrm>
          <a:prstGeom prst="rect">
            <a:avLst/>
          </a:prstGeom>
        </p:spPr>
        <p:txBody>
          <a:bodyPr/>
          <a:lstStyle/>
          <a:p>
            <a:fld id="{F41A7DA3-E571-4AB8-8090-2E9CED874689}" type="datetime4">
              <a:rPr lang="en-US" smtClean="0"/>
              <a:t>December 10, 2025</a:t>
            </a:fld>
            <a:endParaRPr lang="en-US"/>
          </a:p>
        </p:txBody>
      </p:sp>
    </p:spTree>
    <p:extLst>
      <p:ext uri="{BB962C8B-B14F-4D97-AF65-F5344CB8AC3E}">
        <p14:creationId xmlns:p14="http://schemas.microsoft.com/office/powerpoint/2010/main" val="21006594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bg>
      <p:bgRef idx="1001">
        <a:schemeClr val="bg1"/>
      </p:bgRef>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25D86B5-411C-5D53-8E6C-26B857F5B5BD}"/>
              </a:ext>
            </a:extLst>
          </p:cNvPr>
          <p:cNvSpPr/>
          <p:nvPr/>
        </p:nvSpPr>
        <p:spPr>
          <a:xfrm>
            <a:off x="0" y="0"/>
            <a:ext cx="12192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9752AE3-E97E-6381-3066-90B73D6C279A}"/>
              </a:ext>
              <a:ext uri="{C183D7F6-B498-43B3-948B-1728B52AA6E4}">
                <adec:decorative xmlns:adec="http://schemas.microsoft.com/office/drawing/2017/decorative" val="1"/>
              </a:ext>
            </a:extLst>
          </p:cNvPr>
          <p:cNvSpPr/>
          <p:nvPr/>
        </p:nvSpPr>
        <p:spPr>
          <a:xfrm>
            <a:off x="762000" y="762003"/>
            <a:ext cx="10667999" cy="533399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71FC1D47-D22E-C8B6-52EE-977FA326BC59}"/>
              </a:ext>
              <a:ext uri="{C183D7F6-B498-43B3-948B-1728B52AA6E4}">
                <adec:decorative xmlns:adec="http://schemas.microsoft.com/office/drawing/2017/decorative" val="1"/>
              </a:ext>
            </a:extLst>
          </p:cNvPr>
          <p:cNvCxnSpPr>
            <a:cxnSpLocks/>
          </p:cNvCxnSpPr>
          <p:nvPr/>
        </p:nvCxnSpPr>
        <p:spPr>
          <a:xfrm>
            <a:off x="1550741" y="4572000"/>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Oval 6">
            <a:extLst>
              <a:ext uri="{FF2B5EF4-FFF2-40B4-BE49-F238E27FC236}">
                <a16:creationId xmlns:a16="http://schemas.microsoft.com/office/drawing/2014/main" id="{C20D13D9-271B-1B45-E2B5-49ADC53F7EFB}"/>
              </a:ext>
            </a:extLst>
          </p:cNvPr>
          <p:cNvSpPr/>
          <p:nvPr/>
        </p:nvSpPr>
        <p:spPr>
          <a:xfrm>
            <a:off x="6590056" y="1283542"/>
            <a:ext cx="4306824" cy="4306824"/>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345999" y="1235176"/>
            <a:ext cx="4672584" cy="2841220"/>
          </a:xfrm>
          <a:prstGeom prst="rect">
            <a:avLst/>
          </a:prstGeom>
        </p:spPr>
        <p:txBody>
          <a:bodyPr vert="horz" lIns="91440" tIns="45720" rIns="91440" bIns="45720" rtlCol="0" anchor="t">
            <a:normAutofit/>
          </a:bodyPr>
          <a:lstStyle>
            <a:lvl1pPr>
              <a:defRPr lang="en-US" sz="3100">
                <a:solidFill>
                  <a:schemeClr val="tx1"/>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345999" y="4983480"/>
            <a:ext cx="4672584" cy="786384"/>
          </a:xfrm>
          <a:prstGeom prst="rect">
            <a:avLst/>
          </a:prstGeom>
        </p:spPr>
        <p:txBody>
          <a:bodyPr vert="horz" lIns="91440" tIns="45720" rIns="91440" bIns="45720" rtlCol="0">
            <a:normAutofit/>
          </a:bodyPr>
          <a:lstStyle>
            <a:lvl1pPr marL="0" indent="0">
              <a:buNone/>
              <a:defRPr lang="en-US" dirty="0">
                <a:solidFill>
                  <a:schemeClr val="tx1"/>
                </a:solidFill>
              </a:defRPr>
            </a:lvl1pPr>
          </a:lstStyle>
          <a:p>
            <a:pPr lvl="0"/>
            <a:r>
              <a:rPr lang="en-US"/>
              <a:t>Click to edit Master subtitle style</a:t>
            </a:r>
          </a:p>
        </p:txBody>
      </p:sp>
      <p:sp>
        <p:nvSpPr>
          <p:cNvPr id="22" name="Picture Placeholder 20">
            <a:extLst>
              <a:ext uri="{FF2B5EF4-FFF2-40B4-BE49-F238E27FC236}">
                <a16:creationId xmlns:a16="http://schemas.microsoft.com/office/drawing/2014/main" id="{FBACAA98-741E-5E01-790D-22D994E62DDB}"/>
              </a:ext>
            </a:extLst>
          </p:cNvPr>
          <p:cNvSpPr>
            <a:spLocks noGrp="1"/>
          </p:cNvSpPr>
          <p:nvPr>
            <p:ph type="pic" sz="quarter" idx="17" hasCustomPrompt="1"/>
          </p:nvPr>
        </p:nvSpPr>
        <p:spPr>
          <a:xfrm>
            <a:off x="6581777" y="1264436"/>
            <a:ext cx="4329128" cy="4329128"/>
          </a:xfrm>
          <a:custGeom>
            <a:avLst/>
            <a:gdLst>
              <a:gd name="connsiteX0" fmla="*/ 2164564 w 4329128"/>
              <a:gd name="connsiteY0" fmla="*/ 0 h 4329128"/>
              <a:gd name="connsiteX1" fmla="*/ 4329128 w 4329128"/>
              <a:gd name="connsiteY1" fmla="*/ 2164564 h 4329128"/>
              <a:gd name="connsiteX2" fmla="*/ 2164564 w 4329128"/>
              <a:gd name="connsiteY2" fmla="*/ 4329128 h 4329128"/>
              <a:gd name="connsiteX3" fmla="*/ 0 w 4329128"/>
              <a:gd name="connsiteY3" fmla="*/ 2164564 h 4329128"/>
              <a:gd name="connsiteX4" fmla="*/ 2164564 w 4329128"/>
              <a:gd name="connsiteY4" fmla="*/ 0 h 43291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29128" h="4329128">
                <a:moveTo>
                  <a:pt x="2164564" y="0"/>
                </a:moveTo>
                <a:cubicBezTo>
                  <a:pt x="3360020" y="0"/>
                  <a:pt x="4329128" y="969108"/>
                  <a:pt x="4329128" y="2164564"/>
                </a:cubicBezTo>
                <a:cubicBezTo>
                  <a:pt x="4329128" y="3360020"/>
                  <a:pt x="3360020" y="4329128"/>
                  <a:pt x="2164564" y="4329128"/>
                </a:cubicBezTo>
                <a:cubicBezTo>
                  <a:pt x="969108" y="4329128"/>
                  <a:pt x="0" y="3360020"/>
                  <a:pt x="0" y="2164564"/>
                </a:cubicBezTo>
                <a:cubicBezTo>
                  <a:pt x="0" y="969108"/>
                  <a:pt x="969108" y="0"/>
                  <a:pt x="2164564" y="0"/>
                </a:cubicBezTo>
                <a:close/>
              </a:path>
            </a:pathLst>
          </a:custGeom>
          <a:blipFill dpi="0" rotWithShape="1">
            <a:blip r:embed="rId2">
              <a:alphaModFix amt="85000"/>
            </a:blip>
            <a:srcRect/>
            <a:stretch>
              <a:fillRect/>
            </a:stretch>
          </a:blipFill>
        </p:spPr>
        <p:txBody>
          <a:bodyPr wrap="square">
            <a:noAutofit/>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1CC8C939-7FAD-347B-1591-43D9B3231526}"/>
              </a:ext>
            </a:extLst>
          </p:cNvPr>
          <p:cNvSpPr>
            <a:spLocks noGrp="1"/>
          </p:cNvSpPr>
          <p:nvPr>
            <p:ph type="ftr" sz="quarter" idx="19"/>
          </p:nvPr>
        </p:nvSpPr>
        <p:spPr/>
        <p:txBody>
          <a:bodyPr/>
          <a:lstStyle>
            <a:lvl1pPr>
              <a:defRPr>
                <a:solidFill>
                  <a:schemeClr val="bg1"/>
                </a:solidFill>
              </a:defRPr>
            </a:lvl1pPr>
          </a:lstStyle>
          <a:p>
            <a:r>
              <a:rPr lang="en-US"/>
              <a:t>Sample Footer Text</a:t>
            </a:r>
          </a:p>
        </p:txBody>
      </p:sp>
      <p:sp>
        <p:nvSpPr>
          <p:cNvPr id="6" name="Slide Number Placeholder 5">
            <a:extLst>
              <a:ext uri="{FF2B5EF4-FFF2-40B4-BE49-F238E27FC236}">
                <a16:creationId xmlns:a16="http://schemas.microsoft.com/office/drawing/2014/main" id="{85AAACDE-68BE-0B6C-22AE-1B3B232E2964}"/>
              </a:ext>
            </a:extLst>
          </p:cNvPr>
          <p:cNvSpPr>
            <a:spLocks noGrp="1"/>
          </p:cNvSpPr>
          <p:nvPr>
            <p:ph type="sldNum" sz="quarter" idx="20"/>
          </p:nvPr>
        </p:nvSpPr>
        <p:spPr/>
        <p:txBody>
          <a:bodyPr/>
          <a:lstStyle>
            <a:lvl1pPr>
              <a:defRPr>
                <a:solidFill>
                  <a:schemeClr val="bg1"/>
                </a:solidFill>
              </a:defRPr>
            </a:lvl1pPr>
          </a:lstStyle>
          <a:p>
            <a:fld id="{8D252C1B-CBF0-4A4D-8F57-7FB989103249}" type="slidenum">
              <a:rPr lang="en-US" smtClean="0"/>
              <a:pPr/>
              <a:t>‹#›</a:t>
            </a:fld>
            <a:endParaRPr lang="en-US"/>
          </a:p>
        </p:txBody>
      </p:sp>
      <p:sp>
        <p:nvSpPr>
          <p:cNvPr id="4" name="Date Placeholder 3">
            <a:extLst>
              <a:ext uri="{FF2B5EF4-FFF2-40B4-BE49-F238E27FC236}">
                <a16:creationId xmlns:a16="http://schemas.microsoft.com/office/drawing/2014/main" id="{AFD31B72-8374-965C-518F-8B0878FD79D0}"/>
              </a:ext>
            </a:extLst>
          </p:cNvPr>
          <p:cNvSpPr>
            <a:spLocks noGrp="1"/>
          </p:cNvSpPr>
          <p:nvPr>
            <p:ph type="dt" sz="half" idx="18"/>
          </p:nvPr>
        </p:nvSpPr>
        <p:spPr/>
        <p:txBody>
          <a:bodyPr/>
          <a:lstStyle>
            <a:lvl1pPr>
              <a:defRPr>
                <a:solidFill>
                  <a:schemeClr val="bg1"/>
                </a:solidFill>
              </a:defRPr>
            </a:lvl1pPr>
          </a:lstStyle>
          <a:p>
            <a:fld id="{1DD12A09-AD48-4A48-AB09-132ADC51F3E7}" type="datetime4">
              <a:rPr lang="en-US" smtClean="0"/>
              <a:t>December 10, 2025</a:t>
            </a:fld>
            <a:endParaRPr lang="en-US"/>
          </a:p>
        </p:txBody>
      </p:sp>
    </p:spTree>
    <p:extLst>
      <p:ext uri="{BB962C8B-B14F-4D97-AF65-F5344CB8AC3E}">
        <p14:creationId xmlns:p14="http://schemas.microsoft.com/office/powerpoint/2010/main" val="282536756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3">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7F637AE-CF0D-CD42-24EB-4763CA6564C7}"/>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5" name="Rectangle 4">
            <a:extLst>
              <a:ext uri="{FF2B5EF4-FFF2-40B4-BE49-F238E27FC236}">
                <a16:creationId xmlns:a16="http://schemas.microsoft.com/office/drawing/2014/main" id="{DC940CC8-5401-3EF9-398C-2A2492181116}"/>
              </a:ext>
              <a:ext uri="{C183D7F6-B498-43B3-948B-1728B52AA6E4}">
                <adec:decorative xmlns:adec="http://schemas.microsoft.com/office/drawing/2017/decorative" val="1"/>
              </a:ext>
            </a:extLst>
          </p:cNvPr>
          <p:cNvSpPr/>
          <p:nvPr/>
        </p:nvSpPr>
        <p:spPr>
          <a:xfrm>
            <a:off x="762000" y="762000"/>
            <a:ext cx="5330953" cy="5334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345999" y="1236272"/>
            <a:ext cx="3959352" cy="2885843"/>
          </a:xfrm>
          <a:prstGeom prst="rect">
            <a:avLst/>
          </a:prstGeom>
        </p:spPr>
        <p:txBody>
          <a:bodyPr vert="horz" lIns="91440" tIns="45720" rIns="91440" bIns="45720" rtlCol="0" anchor="t">
            <a:normAutofit/>
          </a:bodyPr>
          <a:lstStyle>
            <a:lvl1pPr>
              <a:defRPr lang="en-US" sz="400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355143" y="5029200"/>
            <a:ext cx="3941064" cy="786384"/>
          </a:xfrm>
          <a:prstGeom prst="rect">
            <a:avLst/>
          </a:prstGeom>
        </p:spPr>
        <p:txBody>
          <a:bodyPr vert="horz" lIns="91440" tIns="45720" rIns="91440" bIns="45720" rtlCol="0">
            <a:normAutofit/>
          </a:bodyPr>
          <a:lstStyle>
            <a:lvl1pPr marL="0" indent="0">
              <a:buNone/>
              <a:defRPr lang="en-US" dirty="0"/>
            </a:lvl1pPr>
          </a:lstStyle>
          <a:p>
            <a:pPr lvl="0"/>
            <a:r>
              <a:rPr lang="en-US"/>
              <a:t>Click to edit Master subtitle style</a:t>
            </a:r>
          </a:p>
        </p:txBody>
      </p:sp>
      <p:cxnSp>
        <p:nvCxnSpPr>
          <p:cNvPr id="7" name="Straight Connector 6">
            <a:extLst>
              <a:ext uri="{FF2B5EF4-FFF2-40B4-BE49-F238E27FC236}">
                <a16:creationId xmlns:a16="http://schemas.microsoft.com/office/drawing/2014/main" id="{12230C97-C8C3-2142-5720-3E811CE1E63C}"/>
              </a:ext>
              <a:ext uri="{C183D7F6-B498-43B3-948B-1728B52AA6E4}">
                <adec:decorative xmlns:adec="http://schemas.microsoft.com/office/drawing/2017/decorative" val="1"/>
              </a:ext>
            </a:extLst>
          </p:cNvPr>
          <p:cNvCxnSpPr>
            <a:cxnSpLocks/>
          </p:cNvCxnSpPr>
          <p:nvPr/>
        </p:nvCxnSpPr>
        <p:spPr>
          <a:xfrm>
            <a:off x="1463059" y="4732259"/>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Picture Placeholder 8">
            <a:extLst>
              <a:ext uri="{FF2B5EF4-FFF2-40B4-BE49-F238E27FC236}">
                <a16:creationId xmlns:a16="http://schemas.microsoft.com/office/drawing/2014/main" id="{7081DABC-6343-A24F-FE45-96400F8FB4BD}"/>
              </a:ext>
            </a:extLst>
          </p:cNvPr>
          <p:cNvSpPr>
            <a:spLocks noGrp="1"/>
          </p:cNvSpPr>
          <p:nvPr>
            <p:ph type="pic" sz="quarter" idx="13" hasCustomPrompt="1"/>
          </p:nvPr>
        </p:nvSpPr>
        <p:spPr>
          <a:xfrm>
            <a:off x="6099048" y="758951"/>
            <a:ext cx="5340096" cy="5333995"/>
          </a:xfrm>
          <a:prstGeom prst="rect">
            <a:avLst/>
          </a:prstGeom>
          <a:blipFill>
            <a:blip r:embed="rId2">
              <a:alphaModFix amt="80000"/>
            </a:blip>
            <a:stretch>
              <a:fillRect/>
            </a:stretch>
          </a:blipFill>
        </p:spPr>
        <p:txBody>
          <a:bodyPr/>
          <a:lstStyle>
            <a:lvl1pPr marL="0" indent="0">
              <a:buNone/>
              <a:defRPr/>
            </a:lvl1pPr>
          </a:lstStyle>
          <a:p>
            <a:r>
              <a:rPr lang="en-US"/>
              <a:t> </a:t>
            </a:r>
          </a:p>
        </p:txBody>
      </p:sp>
      <p:sp>
        <p:nvSpPr>
          <p:cNvPr id="15" name="Footer Placeholder 14">
            <a:extLst>
              <a:ext uri="{FF2B5EF4-FFF2-40B4-BE49-F238E27FC236}">
                <a16:creationId xmlns:a16="http://schemas.microsoft.com/office/drawing/2014/main" id="{D728580C-8778-854F-6D1B-9AF8BF5B2FB6}"/>
              </a:ext>
            </a:extLst>
          </p:cNvPr>
          <p:cNvSpPr>
            <a:spLocks noGrp="1"/>
          </p:cNvSpPr>
          <p:nvPr>
            <p:ph type="ftr" sz="quarter" idx="11"/>
          </p:nvPr>
        </p:nvSpPr>
        <p:spPr>
          <a:xfrm rot="5400000">
            <a:off x="10469880" y="1609344"/>
            <a:ext cx="2670048" cy="365760"/>
          </a:xfrm>
          <a:prstGeom prst="rect">
            <a:avLst/>
          </a:prstGeom>
        </p:spPr>
        <p:txBody>
          <a:bodyPr/>
          <a:lstStyle>
            <a:lvl1pPr>
              <a:defRPr>
                <a:solidFill>
                  <a:schemeClr val="bg1"/>
                </a:solidFill>
              </a:defRPr>
            </a:lvl1pPr>
          </a:lstStyle>
          <a:p>
            <a:pPr algn="r"/>
            <a:r>
              <a:rPr lang="en-US"/>
              <a:t>Sample Footer Text</a:t>
            </a:r>
          </a:p>
        </p:txBody>
      </p:sp>
      <p:sp>
        <p:nvSpPr>
          <p:cNvPr id="16" name="Slide Number Placeholder 15">
            <a:extLst>
              <a:ext uri="{FF2B5EF4-FFF2-40B4-BE49-F238E27FC236}">
                <a16:creationId xmlns:a16="http://schemas.microsoft.com/office/drawing/2014/main" id="{73ECBF32-23F4-84AC-A92D-D9821052AF13}"/>
              </a:ext>
            </a:extLst>
          </p:cNvPr>
          <p:cNvSpPr>
            <a:spLocks noGrp="1"/>
          </p:cNvSpPr>
          <p:nvPr>
            <p:ph type="sldNum" sz="quarter" idx="12"/>
          </p:nvPr>
        </p:nvSpPr>
        <p:spPr>
          <a:xfrm>
            <a:off x="11494008" y="3218688"/>
            <a:ext cx="630936" cy="429768"/>
          </a:xfrm>
          <a:prstGeom prst="rect">
            <a:avLst/>
          </a:prstGeom>
        </p:spPr>
        <p:txBody>
          <a:bodyPr/>
          <a:lstStyle>
            <a:lvl1pPr>
              <a:defRPr>
                <a:solidFill>
                  <a:schemeClr val="bg1"/>
                </a:solidFill>
              </a:defRPr>
            </a:lvl1pPr>
          </a:lstStyle>
          <a:p>
            <a:pPr algn="ctr"/>
            <a:fld id="{CC057153-B650-4DEB-B370-79DDCFDCE934}" type="slidenum">
              <a:rPr lang="en-US" smtClean="0"/>
              <a:pPr algn="ctr"/>
              <a:t>‹#›</a:t>
            </a:fld>
            <a:endParaRPr lang="en-US"/>
          </a:p>
        </p:txBody>
      </p:sp>
      <p:sp>
        <p:nvSpPr>
          <p:cNvPr id="14" name="Date Placeholder 13">
            <a:extLst>
              <a:ext uri="{FF2B5EF4-FFF2-40B4-BE49-F238E27FC236}">
                <a16:creationId xmlns:a16="http://schemas.microsoft.com/office/drawing/2014/main" id="{ABA7367A-7087-E045-A8D9-1DB09D3DE13F}"/>
              </a:ext>
            </a:extLst>
          </p:cNvPr>
          <p:cNvSpPr>
            <a:spLocks noGrp="1"/>
          </p:cNvSpPr>
          <p:nvPr>
            <p:ph type="dt" sz="half" idx="10"/>
          </p:nvPr>
        </p:nvSpPr>
        <p:spPr>
          <a:xfrm rot="5400000">
            <a:off x="10469880" y="4892040"/>
            <a:ext cx="2670048" cy="365760"/>
          </a:xfrm>
          <a:prstGeom prst="rect">
            <a:avLst/>
          </a:prstGeom>
        </p:spPr>
        <p:txBody>
          <a:bodyPr/>
          <a:lstStyle>
            <a:lvl1pPr>
              <a:defRPr>
                <a:solidFill>
                  <a:schemeClr val="bg1"/>
                </a:solidFill>
              </a:defRPr>
            </a:lvl1pPr>
          </a:lstStyle>
          <a:p>
            <a:fld id="{BB697729-EE3B-43A9-898D-9A5AFB5AB592}" type="datetime4">
              <a:rPr lang="en-US" smtClean="0"/>
              <a:t>December 10, 2025</a:t>
            </a:fld>
            <a:endParaRPr lang="en-US"/>
          </a:p>
        </p:txBody>
      </p:sp>
    </p:spTree>
    <p:extLst>
      <p:ext uri="{BB962C8B-B14F-4D97-AF65-F5344CB8AC3E}">
        <p14:creationId xmlns:p14="http://schemas.microsoft.com/office/powerpoint/2010/main" val="346466303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with Picture 4">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0993A5D-2039-07DE-6F59-B5B0BA392F15}"/>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5" name="Oval 4">
            <a:extLst>
              <a:ext uri="{FF2B5EF4-FFF2-40B4-BE49-F238E27FC236}">
                <a16:creationId xmlns:a16="http://schemas.microsoft.com/office/drawing/2014/main" id="{9EC672D3-D8F8-3D61-3C4C-5C95F5E2613C}"/>
              </a:ext>
              <a:ext uri="{C183D7F6-B498-43B3-948B-1728B52AA6E4}">
                <adec:decorative xmlns:adec="http://schemas.microsoft.com/office/drawing/2017/decorative" val="1"/>
              </a:ext>
            </a:extLst>
          </p:cNvPr>
          <p:cNvSpPr/>
          <p:nvPr/>
        </p:nvSpPr>
        <p:spPr>
          <a:xfrm>
            <a:off x="733197" y="1113411"/>
            <a:ext cx="4629606" cy="4629606"/>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1538975B-8704-9783-3024-A904B1D27242}"/>
              </a:ext>
              <a:ext uri="{C183D7F6-B498-43B3-948B-1728B52AA6E4}">
                <adec:decorative xmlns:adec="http://schemas.microsoft.com/office/drawing/2017/decorative" val="1"/>
              </a:ext>
            </a:extLst>
          </p:cNvPr>
          <p:cNvCxnSpPr>
            <a:cxnSpLocks/>
          </p:cNvCxnSpPr>
          <p:nvPr/>
        </p:nvCxnSpPr>
        <p:spPr>
          <a:xfrm>
            <a:off x="2562423" y="3960586"/>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088136" y="2286000"/>
            <a:ext cx="3941064" cy="1353312"/>
          </a:xfrm>
          <a:prstGeom prst="rect">
            <a:avLst/>
          </a:prstGeom>
        </p:spPr>
        <p:txBody>
          <a:bodyPr anchor="b">
            <a:normAutofit/>
          </a:bodyPr>
          <a:lstStyle>
            <a:lvl1pPr algn="ctr">
              <a:lnSpc>
                <a:spcPct val="120000"/>
              </a:lnSpc>
              <a:defRPr sz="2800">
                <a:solidFill>
                  <a:schemeClr val="tx1"/>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527048" y="4251960"/>
            <a:ext cx="3044952" cy="877824"/>
          </a:xfrm>
          <a:prstGeom prst="rect">
            <a:avLst/>
          </a:prstGeom>
        </p:spPr>
        <p:txBody>
          <a:bodyPr anchor="t">
            <a:normAutofit/>
          </a:bodyPr>
          <a:lstStyle>
            <a:lvl1pPr marL="0" indent="0" algn="ctr">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4" name="Picture Placeholder 13">
            <a:extLst>
              <a:ext uri="{FF2B5EF4-FFF2-40B4-BE49-F238E27FC236}">
                <a16:creationId xmlns:a16="http://schemas.microsoft.com/office/drawing/2014/main" id="{A4FC6076-33D1-25E4-ECF0-EBA6547E6F66}"/>
              </a:ext>
            </a:extLst>
          </p:cNvPr>
          <p:cNvSpPr>
            <a:spLocks noGrp="1"/>
          </p:cNvSpPr>
          <p:nvPr>
            <p:ph type="pic" sz="quarter" idx="13" hasCustomPrompt="1"/>
          </p:nvPr>
        </p:nvSpPr>
        <p:spPr>
          <a:xfrm>
            <a:off x="6099048" y="0"/>
            <a:ext cx="6099048" cy="6858000"/>
          </a:xfrm>
          <a:prstGeom prst="rect">
            <a:avLst/>
          </a:prstGeom>
          <a:blipFill>
            <a:blip r:embed="rId2">
              <a:alphaModFix amt="80000"/>
            </a:blip>
            <a:stretch>
              <a:fillRect/>
            </a:stretch>
          </a:blipFill>
        </p:spPr>
        <p:txBody>
          <a:bodyPr/>
          <a:lstStyle>
            <a:lvl1pPr marL="0" indent="0">
              <a:buNone/>
              <a:defRPr/>
            </a:lvl1pPr>
          </a:lstStyle>
          <a:p>
            <a:r>
              <a:rPr lang="en-US"/>
              <a:t> </a:t>
            </a:r>
          </a:p>
        </p:txBody>
      </p:sp>
      <p:sp>
        <p:nvSpPr>
          <p:cNvPr id="17" name="Footer Placeholder 16">
            <a:extLst>
              <a:ext uri="{FF2B5EF4-FFF2-40B4-BE49-F238E27FC236}">
                <a16:creationId xmlns:a16="http://schemas.microsoft.com/office/drawing/2014/main" id="{AC1630BD-E1B7-AF29-7C4B-B85965A099D7}"/>
              </a:ext>
            </a:extLst>
          </p:cNvPr>
          <p:cNvSpPr>
            <a:spLocks noGrp="1"/>
          </p:cNvSpPr>
          <p:nvPr>
            <p:ph type="ftr" sz="quarter" idx="15"/>
          </p:nvPr>
        </p:nvSpPr>
        <p:spPr>
          <a:xfrm rot="5400000">
            <a:off x="10469880" y="1609344"/>
            <a:ext cx="2670048" cy="365760"/>
          </a:xfrm>
          <a:prstGeom prst="rect">
            <a:avLst/>
          </a:prstGeom>
        </p:spPr>
        <p:txBody>
          <a:bodyPr/>
          <a:lstStyle>
            <a:lvl1pPr>
              <a:defRPr>
                <a:solidFill>
                  <a:schemeClr val="bg1"/>
                </a:solidFill>
                <a:effectLst>
                  <a:outerShdw blurRad="38100" dist="38100" dir="2700000" algn="tl">
                    <a:srgbClr val="000000">
                      <a:alpha val="43137"/>
                    </a:srgbClr>
                  </a:outerShdw>
                </a:effectLst>
              </a:defRPr>
            </a:lvl1pPr>
          </a:lstStyle>
          <a:p>
            <a:pPr algn="r"/>
            <a:r>
              <a:rPr lang="en-US"/>
              <a:t>Sample Footer Text</a:t>
            </a:r>
          </a:p>
        </p:txBody>
      </p:sp>
      <p:sp>
        <p:nvSpPr>
          <p:cNvPr id="18" name="Slide Number Placeholder 17">
            <a:extLst>
              <a:ext uri="{FF2B5EF4-FFF2-40B4-BE49-F238E27FC236}">
                <a16:creationId xmlns:a16="http://schemas.microsoft.com/office/drawing/2014/main" id="{984E9A52-4A3D-D4E9-EB81-3D3DF57174E8}"/>
              </a:ext>
            </a:extLst>
          </p:cNvPr>
          <p:cNvSpPr>
            <a:spLocks noGrp="1"/>
          </p:cNvSpPr>
          <p:nvPr>
            <p:ph type="sldNum" sz="quarter" idx="16"/>
          </p:nvPr>
        </p:nvSpPr>
        <p:spPr>
          <a:xfrm>
            <a:off x="11494008" y="3218688"/>
            <a:ext cx="630936" cy="429768"/>
          </a:xfrm>
          <a:prstGeom prst="rect">
            <a:avLst/>
          </a:prstGeom>
        </p:spPr>
        <p:txBody>
          <a:bodyPr/>
          <a:lstStyle>
            <a:lvl1pPr>
              <a:defRPr>
                <a:solidFill>
                  <a:schemeClr val="bg1"/>
                </a:solidFill>
                <a:effectLst>
                  <a:outerShdw blurRad="38100" dist="38100" dir="2700000" algn="tl">
                    <a:srgbClr val="000000">
                      <a:alpha val="43137"/>
                    </a:srgbClr>
                  </a:outerShdw>
                </a:effectLst>
              </a:defRPr>
            </a:lvl1pPr>
          </a:lstStyle>
          <a:p>
            <a:pPr algn="ctr"/>
            <a:fld id="{CC057153-B650-4DEB-B370-79DDCFDCE934}" type="slidenum">
              <a:rPr lang="en-US" smtClean="0"/>
              <a:pPr algn="ctr"/>
              <a:t>‹#›</a:t>
            </a:fld>
            <a:endParaRPr lang="en-US"/>
          </a:p>
        </p:txBody>
      </p:sp>
      <p:sp>
        <p:nvSpPr>
          <p:cNvPr id="16" name="Date Placeholder 15">
            <a:extLst>
              <a:ext uri="{FF2B5EF4-FFF2-40B4-BE49-F238E27FC236}">
                <a16:creationId xmlns:a16="http://schemas.microsoft.com/office/drawing/2014/main" id="{BBD33975-EBFD-2750-DA6E-80E55F7B5DC4}"/>
              </a:ext>
            </a:extLst>
          </p:cNvPr>
          <p:cNvSpPr>
            <a:spLocks noGrp="1"/>
          </p:cNvSpPr>
          <p:nvPr>
            <p:ph type="dt" sz="half" idx="14"/>
          </p:nvPr>
        </p:nvSpPr>
        <p:spPr>
          <a:xfrm rot="5400000">
            <a:off x="10469880" y="4892040"/>
            <a:ext cx="2670048" cy="365760"/>
          </a:xfrm>
          <a:prstGeom prst="rect">
            <a:avLst/>
          </a:prstGeom>
        </p:spPr>
        <p:txBody>
          <a:bodyPr/>
          <a:lstStyle>
            <a:lvl1pPr>
              <a:defRPr>
                <a:solidFill>
                  <a:schemeClr val="bg1"/>
                </a:solidFill>
                <a:effectLst>
                  <a:outerShdw blurRad="38100" dist="38100" dir="2700000" algn="tl">
                    <a:srgbClr val="000000">
                      <a:alpha val="43137"/>
                    </a:srgbClr>
                  </a:outerShdw>
                </a:effectLst>
              </a:defRPr>
            </a:lvl1pPr>
          </a:lstStyle>
          <a:p>
            <a:fld id="{25D84001-F520-4AD8-8668-0040A4F617EA}" type="datetime4">
              <a:rPr lang="en-US" smtClean="0"/>
              <a:t>December 10, 2025</a:t>
            </a:fld>
            <a:endParaRPr lang="en-US"/>
          </a:p>
        </p:txBody>
      </p:sp>
    </p:spTree>
    <p:extLst>
      <p:ext uri="{BB962C8B-B14F-4D97-AF65-F5344CB8AC3E}">
        <p14:creationId xmlns:p14="http://schemas.microsoft.com/office/powerpoint/2010/main" val="214096759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p:bg>
      <p:bgRef idx="1001">
        <a:schemeClr val="bg1"/>
      </p:bgRef>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FC771A26-A749-5BFC-F3B1-40FD28B010E5}"/>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Oval 11">
            <a:extLst>
              <a:ext uri="{FF2B5EF4-FFF2-40B4-BE49-F238E27FC236}">
                <a16:creationId xmlns:a16="http://schemas.microsoft.com/office/drawing/2014/main" id="{4D0D36FE-2517-024E-B081-D0B2295EA3FA}"/>
              </a:ext>
              <a:ext uri="{C183D7F6-B498-43B3-948B-1728B52AA6E4}">
                <adec:decorative xmlns:adec="http://schemas.microsoft.com/office/drawing/2017/decorative" val="1"/>
              </a:ext>
            </a:extLst>
          </p:cNvPr>
          <p:cNvSpPr/>
          <p:nvPr/>
        </p:nvSpPr>
        <p:spPr>
          <a:xfrm>
            <a:off x="3417864" y="760144"/>
            <a:ext cx="5356272" cy="5356272"/>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Connector 12">
            <a:extLst>
              <a:ext uri="{FF2B5EF4-FFF2-40B4-BE49-F238E27FC236}">
                <a16:creationId xmlns:a16="http://schemas.microsoft.com/office/drawing/2014/main" id="{DB3AD774-9783-18D4-7A22-0650BD37C844}"/>
              </a:ext>
              <a:ext uri="{C183D7F6-B498-43B3-948B-1728B52AA6E4}">
                <adec:decorative xmlns:adec="http://schemas.microsoft.com/office/drawing/2017/decorative" val="1"/>
              </a:ext>
            </a:extLst>
          </p:cNvPr>
          <p:cNvCxnSpPr>
            <a:cxnSpLocks/>
          </p:cNvCxnSpPr>
          <p:nvPr/>
        </p:nvCxnSpPr>
        <p:spPr>
          <a:xfrm>
            <a:off x="5610423" y="3960586"/>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014216" y="1746504"/>
            <a:ext cx="4160520" cy="1883664"/>
          </a:xfrm>
          <a:prstGeom prst="rect">
            <a:avLst/>
          </a:prstGeom>
        </p:spPr>
        <p:txBody>
          <a:bodyPr anchor="b">
            <a:normAutofit/>
          </a:bodyPr>
          <a:lstStyle>
            <a:lvl1pPr algn="ctr">
              <a:lnSpc>
                <a:spcPct val="120000"/>
              </a:lnSpc>
              <a:defRPr sz="2800">
                <a:solidFill>
                  <a:schemeClr val="tx1"/>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489704" y="4288536"/>
            <a:ext cx="3218688" cy="1316736"/>
          </a:xfrm>
          <a:prstGeom prst="rect">
            <a:avLst/>
          </a:prstGeom>
        </p:spPr>
        <p:txBody>
          <a:bodyPr anchor="t">
            <a:normAutofit/>
          </a:bodyPr>
          <a:lstStyle>
            <a:lvl1pPr marL="0" indent="0" algn="ctr">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5" name="Footer Placeholder 14">
            <a:extLst>
              <a:ext uri="{FF2B5EF4-FFF2-40B4-BE49-F238E27FC236}">
                <a16:creationId xmlns:a16="http://schemas.microsoft.com/office/drawing/2014/main" id="{D728580C-8778-854F-6D1B-9AF8BF5B2FB6}"/>
              </a:ext>
            </a:extLst>
          </p:cNvPr>
          <p:cNvSpPr>
            <a:spLocks noGrp="1"/>
          </p:cNvSpPr>
          <p:nvPr>
            <p:ph type="ftr" sz="quarter" idx="11"/>
          </p:nvPr>
        </p:nvSpPr>
        <p:spPr>
          <a:xfrm rot="5400000">
            <a:off x="10469880" y="1609344"/>
            <a:ext cx="2670048" cy="365760"/>
          </a:xfrm>
          <a:prstGeom prst="rect">
            <a:avLst/>
          </a:prstGeom>
        </p:spPr>
        <p:txBody>
          <a:bodyPr/>
          <a:lstStyle>
            <a:lvl1pPr>
              <a:defRPr>
                <a:solidFill>
                  <a:schemeClr val="bg1"/>
                </a:solidFill>
              </a:defRPr>
            </a:lvl1pPr>
          </a:lstStyle>
          <a:p>
            <a:pPr algn="r"/>
            <a:r>
              <a:rPr lang="en-US"/>
              <a:t>Sample Footer Text</a:t>
            </a:r>
          </a:p>
        </p:txBody>
      </p:sp>
      <p:sp>
        <p:nvSpPr>
          <p:cNvPr id="16" name="Slide Number Placeholder 15">
            <a:extLst>
              <a:ext uri="{FF2B5EF4-FFF2-40B4-BE49-F238E27FC236}">
                <a16:creationId xmlns:a16="http://schemas.microsoft.com/office/drawing/2014/main" id="{73ECBF32-23F4-84AC-A92D-D9821052AF13}"/>
              </a:ext>
            </a:extLst>
          </p:cNvPr>
          <p:cNvSpPr>
            <a:spLocks noGrp="1"/>
          </p:cNvSpPr>
          <p:nvPr>
            <p:ph type="sldNum" sz="quarter" idx="12"/>
          </p:nvPr>
        </p:nvSpPr>
        <p:spPr>
          <a:xfrm>
            <a:off x="11494008" y="3218688"/>
            <a:ext cx="630936" cy="429768"/>
          </a:xfrm>
          <a:prstGeom prst="rect">
            <a:avLst/>
          </a:prstGeom>
        </p:spPr>
        <p:txBody>
          <a:bodyPr/>
          <a:lstStyle>
            <a:lvl1pPr>
              <a:defRPr>
                <a:solidFill>
                  <a:schemeClr val="bg1"/>
                </a:solidFill>
              </a:defRPr>
            </a:lvl1pPr>
          </a:lstStyle>
          <a:p>
            <a:pPr algn="ctr"/>
            <a:fld id="{CC057153-B650-4DEB-B370-79DDCFDCE934}" type="slidenum">
              <a:rPr lang="en-US" smtClean="0"/>
              <a:pPr algn="ctr"/>
              <a:t>‹#›</a:t>
            </a:fld>
            <a:endParaRPr lang="en-US"/>
          </a:p>
        </p:txBody>
      </p:sp>
      <p:sp>
        <p:nvSpPr>
          <p:cNvPr id="14" name="Date Placeholder 13">
            <a:extLst>
              <a:ext uri="{FF2B5EF4-FFF2-40B4-BE49-F238E27FC236}">
                <a16:creationId xmlns:a16="http://schemas.microsoft.com/office/drawing/2014/main" id="{ABA7367A-7087-E045-A8D9-1DB09D3DE13F}"/>
              </a:ext>
            </a:extLst>
          </p:cNvPr>
          <p:cNvSpPr>
            <a:spLocks noGrp="1"/>
          </p:cNvSpPr>
          <p:nvPr>
            <p:ph type="dt" sz="half" idx="10"/>
          </p:nvPr>
        </p:nvSpPr>
        <p:spPr>
          <a:xfrm rot="5400000">
            <a:off x="10469880" y="4892040"/>
            <a:ext cx="2670048" cy="365760"/>
          </a:xfrm>
          <a:prstGeom prst="rect">
            <a:avLst/>
          </a:prstGeom>
        </p:spPr>
        <p:txBody>
          <a:bodyPr/>
          <a:lstStyle>
            <a:lvl1pPr>
              <a:defRPr>
                <a:solidFill>
                  <a:schemeClr val="bg1"/>
                </a:solidFill>
              </a:defRPr>
            </a:lvl1pPr>
          </a:lstStyle>
          <a:p>
            <a:fld id="{78BD5BB2-178C-41F5-9A65-66E57637126A}" type="datetime4">
              <a:rPr lang="en-US" smtClean="0"/>
              <a:t>December 10, 2025</a:t>
            </a:fld>
            <a:endParaRPr lang="en-US"/>
          </a:p>
        </p:txBody>
      </p:sp>
    </p:spTree>
    <p:extLst>
      <p:ext uri="{BB962C8B-B14F-4D97-AF65-F5344CB8AC3E}">
        <p14:creationId xmlns:p14="http://schemas.microsoft.com/office/powerpoint/2010/main" val="357167401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2">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7F637AE-CF0D-CD42-24EB-4763CA6564C7}"/>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DC940CC8-5401-3EF9-398C-2A2492181116}"/>
              </a:ext>
              <a:ext uri="{C183D7F6-B498-43B3-948B-1728B52AA6E4}">
                <adec:decorative xmlns:adec="http://schemas.microsoft.com/office/drawing/2017/decorative" val="1"/>
              </a:ext>
            </a:extLst>
          </p:cNvPr>
          <p:cNvSpPr/>
          <p:nvPr/>
        </p:nvSpPr>
        <p:spPr>
          <a:xfrm>
            <a:off x="762000" y="762000"/>
            <a:ext cx="10668000" cy="5334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036142CE-648A-1FF7-D28A-1CDAA482192F}"/>
              </a:ext>
              <a:ext uri="{C183D7F6-B498-43B3-948B-1728B52AA6E4}">
                <adec:decorative xmlns:adec="http://schemas.microsoft.com/office/drawing/2017/decorative" val="1"/>
              </a:ext>
            </a:extLst>
          </p:cNvPr>
          <p:cNvCxnSpPr>
            <a:cxnSpLocks/>
          </p:cNvCxnSpPr>
          <p:nvPr/>
        </p:nvCxnSpPr>
        <p:spPr>
          <a:xfrm>
            <a:off x="5610423" y="3960586"/>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286000" y="1746504"/>
            <a:ext cx="7616952" cy="1883664"/>
          </a:xfrm>
          <a:prstGeom prst="rect">
            <a:avLst/>
          </a:prstGeom>
        </p:spPr>
        <p:txBody>
          <a:bodyPr anchor="b">
            <a:normAutofit/>
          </a:bodyPr>
          <a:lstStyle>
            <a:lvl1pPr algn="ctr">
              <a:lnSpc>
                <a:spcPct val="120000"/>
              </a:lnSpc>
              <a:defRPr sz="2800">
                <a:solidFill>
                  <a:schemeClr val="tx1"/>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286000" y="4288536"/>
            <a:ext cx="7616952" cy="1042416"/>
          </a:xfrm>
          <a:prstGeom prst="rect">
            <a:avLst/>
          </a:prstGeom>
        </p:spPr>
        <p:txBody>
          <a:bodyPr anchor="t">
            <a:normAutofit/>
          </a:bodyPr>
          <a:lstStyle>
            <a:lvl1pPr marL="0" indent="0" algn="ctr">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8" name="Footer Placeholder 7">
            <a:extLst>
              <a:ext uri="{FF2B5EF4-FFF2-40B4-BE49-F238E27FC236}">
                <a16:creationId xmlns:a16="http://schemas.microsoft.com/office/drawing/2014/main" id="{93384EBF-3E88-4A0B-FB51-6F3F98FA7426}"/>
              </a:ext>
            </a:extLst>
          </p:cNvPr>
          <p:cNvSpPr>
            <a:spLocks noGrp="1"/>
          </p:cNvSpPr>
          <p:nvPr>
            <p:ph type="ftr" sz="quarter" idx="11"/>
          </p:nvPr>
        </p:nvSpPr>
        <p:spPr>
          <a:xfrm rot="5400000">
            <a:off x="10469880" y="1609344"/>
            <a:ext cx="2670048" cy="365760"/>
          </a:xfrm>
          <a:prstGeom prst="rect">
            <a:avLst/>
          </a:prstGeom>
        </p:spPr>
        <p:txBody>
          <a:bodyPr/>
          <a:lstStyle>
            <a:lvl1pPr>
              <a:defRPr>
                <a:solidFill>
                  <a:schemeClr val="bg1"/>
                </a:solidFill>
              </a:defRPr>
            </a:lvl1pPr>
          </a:lstStyle>
          <a:p>
            <a:r>
              <a:rPr lang="en-US"/>
              <a:t>Sample Footer Text</a:t>
            </a:r>
          </a:p>
        </p:txBody>
      </p:sp>
      <p:sp>
        <p:nvSpPr>
          <p:cNvPr id="9" name="Slide Number Placeholder 8">
            <a:extLst>
              <a:ext uri="{FF2B5EF4-FFF2-40B4-BE49-F238E27FC236}">
                <a16:creationId xmlns:a16="http://schemas.microsoft.com/office/drawing/2014/main" id="{F9351BD1-E526-ACBD-4244-F9E89D083E69}"/>
              </a:ext>
            </a:extLst>
          </p:cNvPr>
          <p:cNvSpPr>
            <a:spLocks noGrp="1"/>
          </p:cNvSpPr>
          <p:nvPr>
            <p:ph type="sldNum" sz="quarter" idx="12"/>
          </p:nvPr>
        </p:nvSpPr>
        <p:spPr>
          <a:xfrm>
            <a:off x="11494008" y="3218688"/>
            <a:ext cx="630936" cy="429768"/>
          </a:xfrm>
          <a:prstGeom prst="rect">
            <a:avLst/>
          </a:prstGeom>
        </p:spPr>
        <p:txBody>
          <a:bodyPr/>
          <a:lstStyle>
            <a:lvl1pPr>
              <a:defRPr>
                <a:solidFill>
                  <a:schemeClr val="bg1"/>
                </a:solidFill>
              </a:defRPr>
            </a:lvl1pPr>
          </a:lstStyle>
          <a:p>
            <a:fld id="{CC057153-B650-4DEB-B370-79DDCFDCE934}" type="slidenum">
              <a:rPr lang="en-US" smtClean="0"/>
              <a:pPr/>
              <a:t>‹#›</a:t>
            </a:fld>
            <a:endParaRPr lang="en-US"/>
          </a:p>
        </p:txBody>
      </p:sp>
      <p:sp>
        <p:nvSpPr>
          <p:cNvPr id="7" name="Date Placeholder 6">
            <a:extLst>
              <a:ext uri="{FF2B5EF4-FFF2-40B4-BE49-F238E27FC236}">
                <a16:creationId xmlns:a16="http://schemas.microsoft.com/office/drawing/2014/main" id="{D8F249E0-8120-4E46-8D3C-FFDE09A5C3F0}"/>
              </a:ext>
            </a:extLst>
          </p:cNvPr>
          <p:cNvSpPr>
            <a:spLocks noGrp="1"/>
          </p:cNvSpPr>
          <p:nvPr>
            <p:ph type="dt" sz="half" idx="10"/>
          </p:nvPr>
        </p:nvSpPr>
        <p:spPr>
          <a:xfrm rot="5400000">
            <a:off x="10469880" y="4892040"/>
            <a:ext cx="2670048" cy="365760"/>
          </a:xfrm>
          <a:prstGeom prst="rect">
            <a:avLst/>
          </a:prstGeom>
        </p:spPr>
        <p:txBody>
          <a:bodyPr/>
          <a:lstStyle>
            <a:lvl1pPr>
              <a:defRPr>
                <a:solidFill>
                  <a:schemeClr val="bg1"/>
                </a:solidFill>
              </a:defRPr>
            </a:lvl1pPr>
          </a:lstStyle>
          <a:p>
            <a:fld id="{47B65FCB-A65A-4325-B833-0BA0262F4627}" type="datetime4">
              <a:rPr lang="en-US" smtClean="0"/>
              <a:t>December 10, 2025</a:t>
            </a:fld>
            <a:endParaRPr lang="en-US"/>
          </a:p>
        </p:txBody>
      </p:sp>
    </p:spTree>
    <p:extLst>
      <p:ext uri="{BB962C8B-B14F-4D97-AF65-F5344CB8AC3E}">
        <p14:creationId xmlns:p14="http://schemas.microsoft.com/office/powerpoint/2010/main" val="120423099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3">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7F637AE-CF0D-CD42-24EB-4763CA6564C7}"/>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DC940CC8-5401-3EF9-398C-2A2492181116}"/>
              </a:ext>
              <a:ext uri="{C183D7F6-B498-43B3-948B-1728B52AA6E4}">
                <adec:decorative xmlns:adec="http://schemas.microsoft.com/office/drawing/2017/decorative" val="1"/>
              </a:ext>
            </a:extLst>
          </p:cNvPr>
          <p:cNvSpPr/>
          <p:nvPr/>
        </p:nvSpPr>
        <p:spPr>
          <a:xfrm>
            <a:off x="762000" y="762000"/>
            <a:ext cx="10668000" cy="5334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036142CE-648A-1FF7-D28A-1CDAA482192F}"/>
              </a:ext>
              <a:ext uri="{C183D7F6-B498-43B3-948B-1728B52AA6E4}">
                <adec:decorative xmlns:adec="http://schemas.microsoft.com/office/drawing/2017/decorative" val="1"/>
              </a:ext>
            </a:extLst>
          </p:cNvPr>
          <p:cNvCxnSpPr>
            <a:cxnSpLocks/>
          </p:cNvCxnSpPr>
          <p:nvPr/>
        </p:nvCxnSpPr>
        <p:spPr>
          <a:xfrm>
            <a:off x="5610423" y="3960586"/>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286000" y="1746504"/>
            <a:ext cx="7616952" cy="1883664"/>
          </a:xfrm>
          <a:prstGeom prst="rect">
            <a:avLst/>
          </a:prstGeom>
        </p:spPr>
        <p:txBody>
          <a:bodyPr anchor="ctr">
            <a:normAutofit/>
          </a:bodyPr>
          <a:lstStyle>
            <a:lvl1pPr algn="ctr">
              <a:lnSpc>
                <a:spcPct val="120000"/>
              </a:lnSpc>
              <a:defRPr sz="4400">
                <a:solidFill>
                  <a:schemeClr val="tx1"/>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286000" y="4288536"/>
            <a:ext cx="7616952" cy="1042416"/>
          </a:xfrm>
          <a:prstGeom prst="rect">
            <a:avLst/>
          </a:prstGeom>
        </p:spPr>
        <p:txBody>
          <a:bodyPr anchor="ctr">
            <a:normAutofit/>
          </a:bodyPr>
          <a:lstStyle>
            <a:lvl1pPr marL="0" indent="0" algn="ctr">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8" name="Footer Placeholder 7">
            <a:extLst>
              <a:ext uri="{FF2B5EF4-FFF2-40B4-BE49-F238E27FC236}">
                <a16:creationId xmlns:a16="http://schemas.microsoft.com/office/drawing/2014/main" id="{93384EBF-3E88-4A0B-FB51-6F3F98FA7426}"/>
              </a:ext>
            </a:extLst>
          </p:cNvPr>
          <p:cNvSpPr>
            <a:spLocks noGrp="1"/>
          </p:cNvSpPr>
          <p:nvPr>
            <p:ph type="ftr" sz="quarter" idx="11"/>
          </p:nvPr>
        </p:nvSpPr>
        <p:spPr>
          <a:xfrm rot="5400000">
            <a:off x="10469880" y="1609344"/>
            <a:ext cx="2670048" cy="365760"/>
          </a:xfrm>
          <a:prstGeom prst="rect">
            <a:avLst/>
          </a:prstGeom>
        </p:spPr>
        <p:txBody>
          <a:bodyPr/>
          <a:lstStyle>
            <a:lvl1pPr>
              <a:defRPr>
                <a:solidFill>
                  <a:schemeClr val="bg1"/>
                </a:solidFill>
              </a:defRPr>
            </a:lvl1pPr>
          </a:lstStyle>
          <a:p>
            <a:r>
              <a:rPr lang="en-US"/>
              <a:t>Sample Footer Text</a:t>
            </a:r>
          </a:p>
        </p:txBody>
      </p:sp>
      <p:sp>
        <p:nvSpPr>
          <p:cNvPr id="9" name="Slide Number Placeholder 8">
            <a:extLst>
              <a:ext uri="{FF2B5EF4-FFF2-40B4-BE49-F238E27FC236}">
                <a16:creationId xmlns:a16="http://schemas.microsoft.com/office/drawing/2014/main" id="{F9351BD1-E526-ACBD-4244-F9E89D083E69}"/>
              </a:ext>
            </a:extLst>
          </p:cNvPr>
          <p:cNvSpPr>
            <a:spLocks noGrp="1"/>
          </p:cNvSpPr>
          <p:nvPr>
            <p:ph type="sldNum" sz="quarter" idx="12"/>
          </p:nvPr>
        </p:nvSpPr>
        <p:spPr>
          <a:xfrm>
            <a:off x="11494008" y="3218688"/>
            <a:ext cx="630936" cy="429768"/>
          </a:xfrm>
          <a:prstGeom prst="rect">
            <a:avLst/>
          </a:prstGeom>
        </p:spPr>
        <p:txBody>
          <a:bodyPr/>
          <a:lstStyle>
            <a:lvl1pPr>
              <a:defRPr>
                <a:solidFill>
                  <a:schemeClr val="bg1"/>
                </a:solidFill>
              </a:defRPr>
            </a:lvl1pPr>
          </a:lstStyle>
          <a:p>
            <a:fld id="{CC057153-B650-4DEB-B370-79DDCFDCE934}" type="slidenum">
              <a:rPr lang="en-US" smtClean="0"/>
              <a:pPr/>
              <a:t>‹#›</a:t>
            </a:fld>
            <a:endParaRPr lang="en-US"/>
          </a:p>
        </p:txBody>
      </p:sp>
      <p:sp>
        <p:nvSpPr>
          <p:cNvPr id="7" name="Date Placeholder 6">
            <a:extLst>
              <a:ext uri="{FF2B5EF4-FFF2-40B4-BE49-F238E27FC236}">
                <a16:creationId xmlns:a16="http://schemas.microsoft.com/office/drawing/2014/main" id="{D8F249E0-8120-4E46-8D3C-FFDE09A5C3F0}"/>
              </a:ext>
            </a:extLst>
          </p:cNvPr>
          <p:cNvSpPr>
            <a:spLocks noGrp="1"/>
          </p:cNvSpPr>
          <p:nvPr>
            <p:ph type="dt" sz="half" idx="10"/>
          </p:nvPr>
        </p:nvSpPr>
        <p:spPr>
          <a:xfrm rot="5400000">
            <a:off x="10469880" y="4892040"/>
            <a:ext cx="2670048" cy="365760"/>
          </a:xfrm>
          <a:prstGeom prst="rect">
            <a:avLst/>
          </a:prstGeom>
        </p:spPr>
        <p:txBody>
          <a:bodyPr/>
          <a:lstStyle>
            <a:lvl1pPr>
              <a:defRPr>
                <a:solidFill>
                  <a:schemeClr val="bg1"/>
                </a:solidFill>
              </a:defRPr>
            </a:lvl1pPr>
          </a:lstStyle>
          <a:p>
            <a:fld id="{6A394C09-235D-49B2-9B0D-273E7223E7EF}" type="datetime4">
              <a:rPr lang="en-US" smtClean="0"/>
              <a:t>December 10, 2025</a:t>
            </a:fld>
            <a:endParaRPr lang="en-US"/>
          </a:p>
        </p:txBody>
      </p:sp>
    </p:spTree>
    <p:extLst>
      <p:ext uri="{BB962C8B-B14F-4D97-AF65-F5344CB8AC3E}">
        <p14:creationId xmlns:p14="http://schemas.microsoft.com/office/powerpoint/2010/main" val="262430903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4">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7F637AE-CF0D-CD42-24EB-4763CA6564C7}"/>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5" name="Rectangle 4">
            <a:extLst>
              <a:ext uri="{FF2B5EF4-FFF2-40B4-BE49-F238E27FC236}">
                <a16:creationId xmlns:a16="http://schemas.microsoft.com/office/drawing/2014/main" id="{DC940CC8-5401-3EF9-398C-2A2492181116}"/>
              </a:ext>
              <a:ext uri="{C183D7F6-B498-43B3-948B-1728B52AA6E4}">
                <adec:decorative xmlns:adec="http://schemas.microsoft.com/office/drawing/2017/decorative" val="1"/>
              </a:ext>
            </a:extLst>
          </p:cNvPr>
          <p:cNvSpPr/>
          <p:nvPr/>
        </p:nvSpPr>
        <p:spPr>
          <a:xfrm>
            <a:off x="762000" y="762000"/>
            <a:ext cx="10668000" cy="5334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353313" y="1231637"/>
            <a:ext cx="6137453" cy="2698456"/>
          </a:xfrm>
          <a:prstGeom prst="rect">
            <a:avLst/>
          </a:prstGeom>
        </p:spPr>
        <p:txBody>
          <a:bodyPr vert="horz" lIns="91440" tIns="45720" rIns="91440" bIns="45720" rtlCol="0" anchor="t">
            <a:normAutofit/>
          </a:bodyPr>
          <a:lstStyle>
            <a:lvl1pPr>
              <a:defRPr lang="en-US" sz="40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353315" y="5010911"/>
            <a:ext cx="6137452" cy="819302"/>
          </a:xfrm>
          <a:prstGeom prst="rect">
            <a:avLst/>
          </a:prstGeom>
        </p:spPr>
        <p:txBody>
          <a:bodyPr vert="horz" lIns="91440" tIns="45720" rIns="91440" bIns="45720" rtlCol="0">
            <a:normAutofit/>
          </a:bodyPr>
          <a:lstStyle>
            <a:lvl1pPr marL="0" indent="0">
              <a:buNone/>
              <a:defRPr lang="en-US" dirty="0"/>
            </a:lvl1pPr>
          </a:lstStyle>
          <a:p>
            <a:pPr lvl="0"/>
            <a:r>
              <a:rPr lang="en-US"/>
              <a:t>Click to edit Master subtitle style</a:t>
            </a:r>
          </a:p>
        </p:txBody>
      </p:sp>
      <p:cxnSp>
        <p:nvCxnSpPr>
          <p:cNvPr id="10" name="Straight Connector 9">
            <a:extLst>
              <a:ext uri="{FF2B5EF4-FFF2-40B4-BE49-F238E27FC236}">
                <a16:creationId xmlns:a16="http://schemas.microsoft.com/office/drawing/2014/main" id="{C23037B3-8974-2599-9C16-662BA59487C4}"/>
              </a:ext>
              <a:ext uri="{C183D7F6-B498-43B3-948B-1728B52AA6E4}">
                <adec:decorative xmlns:adec="http://schemas.microsoft.com/office/drawing/2017/decorative" val="1"/>
              </a:ext>
            </a:extLst>
          </p:cNvPr>
          <p:cNvCxnSpPr>
            <a:cxnSpLocks/>
          </p:cNvCxnSpPr>
          <p:nvPr/>
        </p:nvCxnSpPr>
        <p:spPr>
          <a:xfrm>
            <a:off x="1459441" y="4804589"/>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Footer Placeholder 14">
            <a:extLst>
              <a:ext uri="{FF2B5EF4-FFF2-40B4-BE49-F238E27FC236}">
                <a16:creationId xmlns:a16="http://schemas.microsoft.com/office/drawing/2014/main" id="{D728580C-8778-854F-6D1B-9AF8BF5B2FB6}"/>
              </a:ext>
            </a:extLst>
          </p:cNvPr>
          <p:cNvSpPr>
            <a:spLocks noGrp="1"/>
          </p:cNvSpPr>
          <p:nvPr>
            <p:ph type="ftr" sz="quarter" idx="11"/>
          </p:nvPr>
        </p:nvSpPr>
        <p:spPr>
          <a:xfrm rot="5400000">
            <a:off x="10469880" y="1609344"/>
            <a:ext cx="2670048" cy="365760"/>
          </a:xfrm>
          <a:prstGeom prst="rect">
            <a:avLst/>
          </a:prstGeom>
        </p:spPr>
        <p:txBody>
          <a:bodyPr/>
          <a:lstStyle>
            <a:lvl1pPr>
              <a:defRPr>
                <a:solidFill>
                  <a:schemeClr val="bg1"/>
                </a:solidFill>
              </a:defRPr>
            </a:lvl1pPr>
          </a:lstStyle>
          <a:p>
            <a:pPr algn="r"/>
            <a:r>
              <a:rPr lang="en-US"/>
              <a:t>Sample Footer Text</a:t>
            </a:r>
          </a:p>
        </p:txBody>
      </p:sp>
      <p:sp>
        <p:nvSpPr>
          <p:cNvPr id="16" name="Slide Number Placeholder 15">
            <a:extLst>
              <a:ext uri="{FF2B5EF4-FFF2-40B4-BE49-F238E27FC236}">
                <a16:creationId xmlns:a16="http://schemas.microsoft.com/office/drawing/2014/main" id="{73ECBF32-23F4-84AC-A92D-D9821052AF13}"/>
              </a:ext>
            </a:extLst>
          </p:cNvPr>
          <p:cNvSpPr>
            <a:spLocks noGrp="1"/>
          </p:cNvSpPr>
          <p:nvPr>
            <p:ph type="sldNum" sz="quarter" idx="12"/>
          </p:nvPr>
        </p:nvSpPr>
        <p:spPr>
          <a:xfrm>
            <a:off x="11494008" y="3218688"/>
            <a:ext cx="630936" cy="429768"/>
          </a:xfrm>
          <a:prstGeom prst="rect">
            <a:avLst/>
          </a:prstGeom>
        </p:spPr>
        <p:txBody>
          <a:bodyPr/>
          <a:lstStyle>
            <a:lvl1pPr>
              <a:defRPr>
                <a:solidFill>
                  <a:schemeClr val="bg1"/>
                </a:solidFill>
              </a:defRPr>
            </a:lvl1pPr>
          </a:lstStyle>
          <a:p>
            <a:pPr algn="ctr"/>
            <a:fld id="{CC057153-B650-4DEB-B370-79DDCFDCE934}" type="slidenum">
              <a:rPr lang="en-US" smtClean="0"/>
              <a:pPr algn="ctr"/>
              <a:t>‹#›</a:t>
            </a:fld>
            <a:endParaRPr lang="en-US"/>
          </a:p>
        </p:txBody>
      </p:sp>
      <p:sp>
        <p:nvSpPr>
          <p:cNvPr id="14" name="Date Placeholder 13">
            <a:extLst>
              <a:ext uri="{FF2B5EF4-FFF2-40B4-BE49-F238E27FC236}">
                <a16:creationId xmlns:a16="http://schemas.microsoft.com/office/drawing/2014/main" id="{ABA7367A-7087-E045-A8D9-1DB09D3DE13F}"/>
              </a:ext>
            </a:extLst>
          </p:cNvPr>
          <p:cNvSpPr>
            <a:spLocks noGrp="1"/>
          </p:cNvSpPr>
          <p:nvPr>
            <p:ph type="dt" sz="half" idx="10"/>
          </p:nvPr>
        </p:nvSpPr>
        <p:spPr>
          <a:xfrm rot="5400000">
            <a:off x="10469880" y="4892040"/>
            <a:ext cx="2670048" cy="365760"/>
          </a:xfrm>
          <a:prstGeom prst="rect">
            <a:avLst/>
          </a:prstGeom>
        </p:spPr>
        <p:txBody>
          <a:bodyPr/>
          <a:lstStyle>
            <a:lvl1pPr>
              <a:defRPr>
                <a:solidFill>
                  <a:schemeClr val="bg1"/>
                </a:solidFill>
              </a:defRPr>
            </a:lvl1pPr>
          </a:lstStyle>
          <a:p>
            <a:fld id="{3BD11BA3-E918-4F6B-856F-6D6E048040B2}" type="datetime4">
              <a:rPr lang="en-US" smtClean="0"/>
              <a:t>December 10, 2025</a:t>
            </a:fld>
            <a:endParaRPr lang="en-US"/>
          </a:p>
        </p:txBody>
      </p:sp>
    </p:spTree>
    <p:extLst>
      <p:ext uri="{BB962C8B-B14F-4D97-AF65-F5344CB8AC3E}">
        <p14:creationId xmlns:p14="http://schemas.microsoft.com/office/powerpoint/2010/main" val="402765207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Header">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28FE325-7EF4-2BC1-CC28-C3956EA44D90}"/>
              </a:ext>
            </a:extLst>
          </p:cNvPr>
          <p:cNvSpPr/>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8" name="Rectangle 7">
            <a:extLst>
              <a:ext uri="{FF2B5EF4-FFF2-40B4-BE49-F238E27FC236}">
                <a16:creationId xmlns:a16="http://schemas.microsoft.com/office/drawing/2014/main" id="{64DC731D-DB3B-8EE9-1728-DB36948ABFEA}"/>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cxnSp>
        <p:nvCxnSpPr>
          <p:cNvPr id="3" name="Straight Connector 2">
            <a:extLst>
              <a:ext uri="{FF2B5EF4-FFF2-40B4-BE49-F238E27FC236}">
                <a16:creationId xmlns:a16="http://schemas.microsoft.com/office/drawing/2014/main" id="{DD080AD5-EDF0-8614-3A6E-738026A999B2}"/>
              </a:ext>
              <a:ext uri="{C183D7F6-B498-43B3-948B-1728B52AA6E4}">
                <adec:decorative xmlns:adec="http://schemas.microsoft.com/office/drawing/2017/decorative" val="1"/>
              </a:ext>
            </a:extLst>
          </p:cNvPr>
          <p:cNvCxnSpPr>
            <a:cxnSpLocks/>
          </p:cNvCxnSpPr>
          <p:nvPr/>
        </p:nvCxnSpPr>
        <p:spPr>
          <a:xfrm>
            <a:off x="1099874" y="6172200"/>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992091" y="2514602"/>
            <a:ext cx="6812280" cy="3194302"/>
          </a:xfrm>
          <a:prstGeom prst="rect">
            <a:avLst/>
          </a:prstGeom>
        </p:spPr>
        <p:txBody>
          <a:bodyPr vert="horz" lIns="91440" tIns="45720" rIns="91440" bIns="45720" rtlCol="0" anchor="b">
            <a:normAutofit/>
          </a:bodyPr>
          <a:lstStyle>
            <a:lvl1pPr>
              <a:defRPr lang="en-US" sz="4400" dirty="0">
                <a:solidFill>
                  <a:schemeClr val="tx1"/>
                </a:solidFill>
              </a:defRPr>
            </a:lvl1pPr>
          </a:lstStyle>
          <a:p>
            <a:pPr lvl="0">
              <a:lnSpc>
                <a:spcPct val="120000"/>
              </a:lnSpc>
            </a:pPr>
            <a:r>
              <a:rPr lang="en-US"/>
              <a:t>Click to edit Master title style</a:t>
            </a:r>
          </a:p>
        </p:txBody>
      </p:sp>
      <p:sp>
        <p:nvSpPr>
          <p:cNvPr id="11" name="Footer Placeholder 10">
            <a:extLst>
              <a:ext uri="{FF2B5EF4-FFF2-40B4-BE49-F238E27FC236}">
                <a16:creationId xmlns:a16="http://schemas.microsoft.com/office/drawing/2014/main" id="{3963C56F-1F77-4203-D488-3829DB3A81DC}"/>
              </a:ext>
            </a:extLst>
          </p:cNvPr>
          <p:cNvSpPr>
            <a:spLocks noGrp="1"/>
          </p:cNvSpPr>
          <p:nvPr>
            <p:ph type="ftr" sz="quarter" idx="11"/>
          </p:nvPr>
        </p:nvSpPr>
        <p:spPr>
          <a:xfrm rot="5400000">
            <a:off x="10469880" y="1609344"/>
            <a:ext cx="2670048" cy="365760"/>
          </a:xfrm>
          <a:prstGeom prst="rect">
            <a:avLst/>
          </a:prstGeom>
        </p:spPr>
        <p:txBody>
          <a:bodyPr/>
          <a:lstStyle>
            <a:lvl1pPr>
              <a:defRPr>
                <a:solidFill>
                  <a:schemeClr val="tx1"/>
                </a:solidFill>
              </a:defRPr>
            </a:lvl1pPr>
          </a:lstStyle>
          <a:p>
            <a:r>
              <a:rPr lang="en-US"/>
              <a:t>Sample Footer Text</a:t>
            </a:r>
          </a:p>
        </p:txBody>
      </p:sp>
      <p:sp>
        <p:nvSpPr>
          <p:cNvPr id="12" name="Slide Number Placeholder 11">
            <a:extLst>
              <a:ext uri="{FF2B5EF4-FFF2-40B4-BE49-F238E27FC236}">
                <a16:creationId xmlns:a16="http://schemas.microsoft.com/office/drawing/2014/main" id="{58E9AB81-9E4D-493C-6966-CE7F84541967}"/>
              </a:ext>
            </a:extLst>
          </p:cNvPr>
          <p:cNvSpPr>
            <a:spLocks noGrp="1"/>
          </p:cNvSpPr>
          <p:nvPr>
            <p:ph type="sldNum" sz="quarter" idx="12"/>
          </p:nvPr>
        </p:nvSpPr>
        <p:spPr>
          <a:xfrm>
            <a:off x="11494008" y="3218688"/>
            <a:ext cx="630936" cy="429768"/>
          </a:xfrm>
          <a:prstGeom prst="rect">
            <a:avLst/>
          </a:prstGeom>
        </p:spPr>
        <p:txBody>
          <a:bodyPr/>
          <a:lstStyle>
            <a:lvl1pPr>
              <a:defRPr>
                <a:solidFill>
                  <a:schemeClr val="tx1"/>
                </a:solidFill>
              </a:defRPr>
            </a:lvl1pPr>
          </a:lstStyle>
          <a:p>
            <a:fld id="{CC057153-B650-4DEB-B370-79DDCFDCE934}" type="slidenum">
              <a:rPr lang="en-US" smtClean="0"/>
              <a:pPr/>
              <a:t>‹#›</a:t>
            </a:fld>
            <a:endParaRPr lang="en-US"/>
          </a:p>
        </p:txBody>
      </p:sp>
      <p:sp>
        <p:nvSpPr>
          <p:cNvPr id="10" name="Date Placeholder 9">
            <a:extLst>
              <a:ext uri="{FF2B5EF4-FFF2-40B4-BE49-F238E27FC236}">
                <a16:creationId xmlns:a16="http://schemas.microsoft.com/office/drawing/2014/main" id="{CCB33265-7891-EEAC-2A77-0EF54FFEF807}"/>
              </a:ext>
            </a:extLst>
          </p:cNvPr>
          <p:cNvSpPr>
            <a:spLocks noGrp="1"/>
          </p:cNvSpPr>
          <p:nvPr>
            <p:ph type="dt" sz="half" idx="10"/>
          </p:nvPr>
        </p:nvSpPr>
        <p:spPr>
          <a:xfrm rot="5400000">
            <a:off x="10469880" y="4892040"/>
            <a:ext cx="2670048" cy="365760"/>
          </a:xfrm>
          <a:prstGeom prst="rect">
            <a:avLst/>
          </a:prstGeom>
        </p:spPr>
        <p:txBody>
          <a:bodyPr/>
          <a:lstStyle>
            <a:lvl1pPr>
              <a:defRPr>
                <a:solidFill>
                  <a:schemeClr val="tx1"/>
                </a:solidFill>
              </a:defRPr>
            </a:lvl1pPr>
          </a:lstStyle>
          <a:p>
            <a:fld id="{DD4C18C5-23B1-43CA-8D0C-0D76624D967E}" type="datetime4">
              <a:rPr lang="en-US" smtClean="0"/>
              <a:t>December 10, 2025</a:t>
            </a:fld>
            <a:endParaRPr lang="en-US"/>
          </a:p>
        </p:txBody>
      </p:sp>
    </p:spTree>
    <p:extLst>
      <p:ext uri="{BB962C8B-B14F-4D97-AF65-F5344CB8AC3E}">
        <p14:creationId xmlns:p14="http://schemas.microsoft.com/office/powerpoint/2010/main" val="401370562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p:bg>
      <p:bgRef idx="1001">
        <a:schemeClr val="bg1"/>
      </p:bgRef>
    </p:bg>
    <p:spTree>
      <p:nvGrpSpPr>
        <p:cNvPr id="1" name=""/>
        <p:cNvGrpSpPr/>
        <p:nvPr/>
      </p:nvGrpSpPr>
      <p:grpSpPr>
        <a:xfrm>
          <a:off x="0" y="0"/>
          <a:ext cx="0" cy="0"/>
          <a:chOff x="0" y="0"/>
          <a:chExt cx="0" cy="0"/>
        </a:xfrm>
      </p:grpSpPr>
      <p:sp>
        <p:nvSpPr>
          <p:cNvPr id="4" name="Oval 3">
            <a:extLst>
              <a:ext uri="{FF2B5EF4-FFF2-40B4-BE49-F238E27FC236}">
                <a16:creationId xmlns:a16="http://schemas.microsoft.com/office/drawing/2014/main" id="{7A713FDA-ABFC-FBE4-9C4A-3A90A222245B}"/>
              </a:ext>
              <a:ext uri="{C183D7F6-B498-43B3-948B-1728B52AA6E4}">
                <adec:decorative xmlns:adec="http://schemas.microsoft.com/office/drawing/2017/decorative" val="1"/>
              </a:ext>
            </a:extLst>
          </p:cNvPr>
          <p:cNvSpPr/>
          <p:nvPr/>
        </p:nvSpPr>
        <p:spPr>
          <a:xfrm>
            <a:off x="733197" y="1114197"/>
            <a:ext cx="4629606" cy="462960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244803" y="1987906"/>
            <a:ext cx="3606394" cy="2882188"/>
          </a:xfrm>
          <a:prstGeom prst="rect">
            <a:avLst/>
          </a:prstGeom>
        </p:spPr>
        <p:txBody>
          <a:bodyPr anchor="ctr">
            <a:normAutofit/>
          </a:bodyPr>
          <a:lstStyle>
            <a:lvl1pPr algn="ctr">
              <a:lnSpc>
                <a:spcPct val="100000"/>
              </a:lnSpc>
              <a:defRPr sz="4400">
                <a:solidFill>
                  <a:schemeClr val="bg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66715" y="608991"/>
            <a:ext cx="4943704" cy="5640019"/>
          </a:xfrm>
          <a:prstGeom prst="rect">
            <a:avLst/>
          </a:prstGeom>
        </p:spPr>
        <p:txBody>
          <a:bodyPr vert="horz" lIns="91440" tIns="45720" rIns="91440" bIns="45720" rtlCol="0" anchor="ctr">
            <a:normAutofit/>
          </a:bodyPr>
          <a:lstStyle>
            <a:lvl1pPr marL="342900" indent="-342900">
              <a:buFont typeface="+mj-lt"/>
              <a:buAutoNum type="arabicPeriod"/>
              <a:defRPr lang="en-US" sz="1800" dirty="0"/>
            </a:lvl1pPr>
            <a:lvl2pPr marL="571500" indent="-342900">
              <a:buFont typeface="+mj-lt"/>
              <a:buAutoNum type="arabicPeriod"/>
              <a:defRPr lang="en-US" sz="1600" dirty="0"/>
            </a:lvl2pPr>
            <a:lvl3pPr marL="800100" indent="-342900">
              <a:buFont typeface="+mj-lt"/>
              <a:buAutoNum type="arabicPeriod"/>
              <a:defRPr lang="en-US" dirty="0"/>
            </a:lvl3pPr>
            <a:lvl4pPr>
              <a:buFont typeface="+mj-lt"/>
              <a:buAutoNum type="arabicPeriod"/>
              <a:defRPr lang="en-US" dirty="0"/>
            </a:lvl4pPr>
            <a:lvl5pPr>
              <a:buFont typeface="+mj-lt"/>
              <a:buAutoNum type="arabicPeriod"/>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p>
        </p:txBody>
      </p:sp>
      <p:sp>
        <p:nvSpPr>
          <p:cNvPr id="11" name="Footer Placeholder 10">
            <a:extLst>
              <a:ext uri="{FF2B5EF4-FFF2-40B4-BE49-F238E27FC236}">
                <a16:creationId xmlns:a16="http://schemas.microsoft.com/office/drawing/2014/main" id="{580D44E4-BAE9-45B9-6C67-A2C19D45908B}"/>
              </a:ext>
            </a:extLst>
          </p:cNvPr>
          <p:cNvSpPr>
            <a:spLocks noGrp="1"/>
          </p:cNvSpPr>
          <p:nvPr>
            <p:ph type="ftr" sz="quarter" idx="15"/>
          </p:nvPr>
        </p:nvSpPr>
        <p:spPr>
          <a:xfrm rot="5400000">
            <a:off x="10469880" y="1609344"/>
            <a:ext cx="2670048" cy="365760"/>
          </a:xfrm>
          <a:prstGeom prst="rect">
            <a:avLst/>
          </a:prstGeom>
        </p:spPr>
        <p:txBody>
          <a:bodyPr/>
          <a:lstStyle/>
          <a:p>
            <a:pPr algn="r"/>
            <a:r>
              <a:rPr lang="en-US"/>
              <a:t>Sample Footer Text</a:t>
            </a:r>
          </a:p>
        </p:txBody>
      </p:sp>
      <p:sp>
        <p:nvSpPr>
          <p:cNvPr id="12" name="Slide Number Placeholder 11">
            <a:extLst>
              <a:ext uri="{FF2B5EF4-FFF2-40B4-BE49-F238E27FC236}">
                <a16:creationId xmlns:a16="http://schemas.microsoft.com/office/drawing/2014/main" id="{A76D5F1B-44E3-F258-DAEF-5F05DA2DC80D}"/>
              </a:ext>
            </a:extLst>
          </p:cNvPr>
          <p:cNvSpPr>
            <a:spLocks noGrp="1"/>
          </p:cNvSpPr>
          <p:nvPr>
            <p:ph type="sldNum" sz="quarter" idx="16"/>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a:p>
        </p:txBody>
      </p:sp>
      <p:sp>
        <p:nvSpPr>
          <p:cNvPr id="10" name="Date Placeholder 9">
            <a:extLst>
              <a:ext uri="{FF2B5EF4-FFF2-40B4-BE49-F238E27FC236}">
                <a16:creationId xmlns:a16="http://schemas.microsoft.com/office/drawing/2014/main" id="{385486D6-8955-5E05-F3AA-A1190FAD74A9}"/>
              </a:ext>
            </a:extLst>
          </p:cNvPr>
          <p:cNvSpPr>
            <a:spLocks noGrp="1"/>
          </p:cNvSpPr>
          <p:nvPr>
            <p:ph type="dt" sz="half" idx="14"/>
          </p:nvPr>
        </p:nvSpPr>
        <p:spPr>
          <a:xfrm rot="5400000">
            <a:off x="10469880" y="4892040"/>
            <a:ext cx="2670048" cy="365760"/>
          </a:xfrm>
          <a:prstGeom prst="rect">
            <a:avLst/>
          </a:prstGeom>
        </p:spPr>
        <p:txBody>
          <a:bodyPr/>
          <a:lstStyle/>
          <a:p>
            <a:fld id="{18F42511-74F8-4B56-AAC6-3C98B1A0BAC5}" type="datetime4">
              <a:rPr lang="en-US" smtClean="0"/>
              <a:t>December 10, 2025</a:t>
            </a:fld>
            <a:endParaRPr lang="en-US"/>
          </a:p>
        </p:txBody>
      </p:sp>
    </p:spTree>
    <p:extLst>
      <p:ext uri="{BB962C8B-B14F-4D97-AF65-F5344CB8AC3E}">
        <p14:creationId xmlns:p14="http://schemas.microsoft.com/office/powerpoint/2010/main" val="3237531516"/>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Agenda 2">
    <p:bg>
      <p:bgRef idx="1001">
        <a:schemeClr val="bg1"/>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CD08455-64EF-6D3F-F544-C7CBF0D5756A}"/>
              </a:ext>
              <a:ext uri="{C183D7F6-B498-43B3-948B-1728B52AA6E4}">
                <adec:decorative xmlns:adec="http://schemas.microsoft.com/office/drawing/2017/decorative" val="1"/>
              </a:ext>
            </a:extLst>
          </p:cNvPr>
          <p:cNvSpPr/>
          <p:nvPr/>
        </p:nvSpPr>
        <p:spPr>
          <a:xfrm>
            <a:off x="1" y="0"/>
            <a:ext cx="6093256"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819302" y="2357324"/>
            <a:ext cx="4396436" cy="2143353"/>
          </a:xfrm>
          <a:prstGeom prst="rect">
            <a:avLst/>
          </a:prstGeom>
        </p:spPr>
        <p:txBody>
          <a:bodyPr anchor="ctr">
            <a:normAutofit/>
          </a:bodyPr>
          <a:lstStyle>
            <a:lvl1pPr algn="ctr">
              <a:lnSpc>
                <a:spcPct val="100000"/>
              </a:lnSpc>
              <a:defRPr sz="6000">
                <a:solidFill>
                  <a:schemeClr val="bg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830568" y="608991"/>
            <a:ext cx="4325112" cy="5640019"/>
          </a:xfrm>
          <a:prstGeom prst="rect">
            <a:avLst/>
          </a:prstGeom>
        </p:spPr>
        <p:txBody>
          <a:bodyPr vert="horz" lIns="91440" tIns="45720" rIns="91440" bIns="45720" rtlCol="0" anchor="ctr">
            <a:normAutofit/>
          </a:bodyPr>
          <a:lstStyle>
            <a:lvl1pPr marL="342900" indent="-342900">
              <a:buFont typeface="+mj-lt"/>
              <a:buAutoNum type="arabicPeriod"/>
              <a:defRPr lang="en-US" sz="1800" dirty="0"/>
            </a:lvl1pPr>
            <a:lvl2pPr marL="571500" indent="-342900">
              <a:buFont typeface="+mj-lt"/>
              <a:buAutoNum type="arabicPeriod"/>
              <a:defRPr lang="en-US" sz="1600" dirty="0"/>
            </a:lvl2pPr>
            <a:lvl3pPr marL="800100" indent="-342900">
              <a:buFont typeface="+mj-lt"/>
              <a:buAutoNum type="arabicPeriod"/>
              <a:defRPr lang="en-US" dirty="0"/>
            </a:lvl3pPr>
            <a:lvl4pPr>
              <a:buFont typeface="+mj-lt"/>
              <a:buAutoNum type="arabicPeriod"/>
              <a:defRPr lang="en-US" dirty="0"/>
            </a:lvl4pPr>
            <a:lvl5pPr>
              <a:buFont typeface="+mj-lt"/>
              <a:buAutoNum type="arabicPeriod"/>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p>
        </p:txBody>
      </p:sp>
      <p:sp>
        <p:nvSpPr>
          <p:cNvPr id="11" name="Footer Placeholder 10">
            <a:extLst>
              <a:ext uri="{FF2B5EF4-FFF2-40B4-BE49-F238E27FC236}">
                <a16:creationId xmlns:a16="http://schemas.microsoft.com/office/drawing/2014/main" id="{580D44E4-BAE9-45B9-6C67-A2C19D45908B}"/>
              </a:ext>
            </a:extLst>
          </p:cNvPr>
          <p:cNvSpPr>
            <a:spLocks noGrp="1"/>
          </p:cNvSpPr>
          <p:nvPr>
            <p:ph type="ftr" sz="quarter" idx="15"/>
          </p:nvPr>
        </p:nvSpPr>
        <p:spPr>
          <a:xfrm rot="5400000">
            <a:off x="10469880" y="1609344"/>
            <a:ext cx="2670048" cy="365760"/>
          </a:xfrm>
          <a:prstGeom prst="rect">
            <a:avLst/>
          </a:prstGeom>
        </p:spPr>
        <p:txBody>
          <a:bodyPr/>
          <a:lstStyle/>
          <a:p>
            <a:pPr algn="r"/>
            <a:r>
              <a:rPr lang="en-US"/>
              <a:t>Sample Footer Text</a:t>
            </a:r>
          </a:p>
        </p:txBody>
      </p:sp>
      <p:sp>
        <p:nvSpPr>
          <p:cNvPr id="12" name="Slide Number Placeholder 11">
            <a:extLst>
              <a:ext uri="{FF2B5EF4-FFF2-40B4-BE49-F238E27FC236}">
                <a16:creationId xmlns:a16="http://schemas.microsoft.com/office/drawing/2014/main" id="{A76D5F1B-44E3-F258-DAEF-5F05DA2DC80D}"/>
              </a:ext>
            </a:extLst>
          </p:cNvPr>
          <p:cNvSpPr>
            <a:spLocks noGrp="1"/>
          </p:cNvSpPr>
          <p:nvPr>
            <p:ph type="sldNum" sz="quarter" idx="16"/>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a:p>
        </p:txBody>
      </p:sp>
      <p:sp>
        <p:nvSpPr>
          <p:cNvPr id="10" name="Date Placeholder 9">
            <a:extLst>
              <a:ext uri="{FF2B5EF4-FFF2-40B4-BE49-F238E27FC236}">
                <a16:creationId xmlns:a16="http://schemas.microsoft.com/office/drawing/2014/main" id="{385486D6-8955-5E05-F3AA-A1190FAD74A9}"/>
              </a:ext>
            </a:extLst>
          </p:cNvPr>
          <p:cNvSpPr>
            <a:spLocks noGrp="1"/>
          </p:cNvSpPr>
          <p:nvPr>
            <p:ph type="dt" sz="half" idx="14"/>
          </p:nvPr>
        </p:nvSpPr>
        <p:spPr>
          <a:xfrm rot="5400000">
            <a:off x="10469880" y="4892040"/>
            <a:ext cx="2670048" cy="365760"/>
          </a:xfrm>
          <a:prstGeom prst="rect">
            <a:avLst/>
          </a:prstGeom>
        </p:spPr>
        <p:txBody>
          <a:bodyPr/>
          <a:lstStyle/>
          <a:p>
            <a:fld id="{D5E83ADB-4704-4C8F-8BDC-62411F5124DF}" type="datetime4">
              <a:rPr lang="en-US" smtClean="0"/>
              <a:t>December 10, 2025</a:t>
            </a:fld>
            <a:endParaRPr lang="en-US"/>
          </a:p>
        </p:txBody>
      </p:sp>
    </p:spTree>
    <p:extLst>
      <p:ext uri="{BB962C8B-B14F-4D97-AF65-F5344CB8AC3E}">
        <p14:creationId xmlns:p14="http://schemas.microsoft.com/office/powerpoint/2010/main" val="1829505612"/>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Agenda with Picture">
    <p:bg>
      <p:bgRef idx="1001">
        <a:schemeClr val="bg1"/>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CF68DA2-8FD8-6D2D-DD3C-75F7AE70E305}"/>
              </a:ext>
            </a:extLst>
          </p:cNvPr>
          <p:cNvSpPr/>
          <p:nvPr/>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200467" y="2320290"/>
            <a:ext cx="3691890" cy="2217420"/>
          </a:xfrm>
          <a:prstGeom prst="rect">
            <a:avLst/>
          </a:prstGeom>
        </p:spPr>
        <p:txBody>
          <a:bodyPr anchor="ctr">
            <a:normAutofit/>
          </a:bodyPr>
          <a:lstStyle>
            <a:lvl1pPr algn="ctr">
              <a:lnSpc>
                <a:spcPct val="100000"/>
              </a:lnSpc>
              <a:defRPr sz="4000">
                <a:solidFill>
                  <a:schemeClr val="tx1"/>
                </a:solidFill>
              </a:defRPr>
            </a:lvl1pPr>
          </a:lstStyle>
          <a:p>
            <a:r>
              <a:rPr lang="en-US"/>
              <a:t>Click to edit Master title style</a:t>
            </a:r>
          </a:p>
        </p:txBody>
      </p:sp>
      <p:sp>
        <p:nvSpPr>
          <p:cNvPr id="6" name="Picture Placeholder 5">
            <a:extLst>
              <a:ext uri="{FF2B5EF4-FFF2-40B4-BE49-F238E27FC236}">
                <a16:creationId xmlns:a16="http://schemas.microsoft.com/office/drawing/2014/main" id="{02FB81A4-D995-C460-96DC-F799CEACAB9A}"/>
              </a:ext>
            </a:extLst>
          </p:cNvPr>
          <p:cNvSpPr>
            <a:spLocks noGrp="1"/>
          </p:cNvSpPr>
          <p:nvPr>
            <p:ph type="pic" sz="quarter" idx="17" hasCustomPrompt="1"/>
          </p:nvPr>
        </p:nvSpPr>
        <p:spPr>
          <a:xfrm>
            <a:off x="0" y="0"/>
            <a:ext cx="6092825" cy="6858000"/>
          </a:xfrm>
          <a:custGeom>
            <a:avLst/>
            <a:gdLst>
              <a:gd name="connsiteX0" fmla="*/ 3046412 w 6092825"/>
              <a:gd name="connsiteY0" fmla="*/ 1298448 h 6858000"/>
              <a:gd name="connsiteX1" fmla="*/ 915860 w 6092825"/>
              <a:gd name="connsiteY1" fmla="*/ 3429000 h 6858000"/>
              <a:gd name="connsiteX2" fmla="*/ 3046412 w 6092825"/>
              <a:gd name="connsiteY2" fmla="*/ 5559552 h 6858000"/>
              <a:gd name="connsiteX3" fmla="*/ 5176964 w 6092825"/>
              <a:gd name="connsiteY3" fmla="*/ 3429000 h 6858000"/>
              <a:gd name="connsiteX4" fmla="*/ 3046412 w 6092825"/>
              <a:gd name="connsiteY4" fmla="*/ 1298448 h 6858000"/>
              <a:gd name="connsiteX5" fmla="*/ 0 w 6092825"/>
              <a:gd name="connsiteY5" fmla="*/ 0 h 6858000"/>
              <a:gd name="connsiteX6" fmla="*/ 6092825 w 6092825"/>
              <a:gd name="connsiteY6" fmla="*/ 0 h 6858000"/>
              <a:gd name="connsiteX7" fmla="*/ 6092825 w 6092825"/>
              <a:gd name="connsiteY7" fmla="*/ 6858000 h 6858000"/>
              <a:gd name="connsiteX8" fmla="*/ 0 w 6092825"/>
              <a:gd name="connsiteY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92825" h="6858000">
                <a:moveTo>
                  <a:pt x="3046412" y="1298448"/>
                </a:moveTo>
                <a:cubicBezTo>
                  <a:pt x="1869741" y="1298448"/>
                  <a:pt x="915860" y="2252329"/>
                  <a:pt x="915860" y="3429000"/>
                </a:cubicBezTo>
                <a:cubicBezTo>
                  <a:pt x="915860" y="4605671"/>
                  <a:pt x="1869741" y="5559552"/>
                  <a:pt x="3046412" y="5559552"/>
                </a:cubicBezTo>
                <a:cubicBezTo>
                  <a:pt x="4223083" y="5559552"/>
                  <a:pt x="5176964" y="4605671"/>
                  <a:pt x="5176964" y="3429000"/>
                </a:cubicBezTo>
                <a:cubicBezTo>
                  <a:pt x="5176964" y="2252329"/>
                  <a:pt x="4223083" y="1298448"/>
                  <a:pt x="3046412" y="1298448"/>
                </a:cubicBezTo>
                <a:close/>
                <a:moveTo>
                  <a:pt x="0" y="0"/>
                </a:moveTo>
                <a:lnTo>
                  <a:pt x="6092825" y="0"/>
                </a:lnTo>
                <a:lnTo>
                  <a:pt x="6092825" y="6858000"/>
                </a:lnTo>
                <a:lnTo>
                  <a:pt x="0" y="6858000"/>
                </a:lnTo>
                <a:close/>
              </a:path>
            </a:pathLst>
          </a:custGeom>
          <a:blipFill>
            <a:blip r:embed="rId2">
              <a:alphaModFix amt="80000"/>
            </a:blip>
            <a:stretch>
              <a:fillRect/>
            </a:stretch>
          </a:blipFill>
        </p:spPr>
        <p:txBody>
          <a:bodyPr wrap="square">
            <a:noAutofit/>
          </a:bodyPr>
          <a:lstStyle>
            <a:lvl1pPr marL="0" indent="0">
              <a:buNone/>
              <a:defRPr>
                <a:solidFill>
                  <a:schemeClr val="bg1"/>
                </a:solidFill>
              </a:defRPr>
            </a:lvl1pPr>
          </a:lstStyle>
          <a:p>
            <a:r>
              <a:rPr lang="en-US"/>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830568" y="608991"/>
            <a:ext cx="4427524" cy="5640019"/>
          </a:xfrm>
          <a:prstGeom prst="rect">
            <a:avLst/>
          </a:prstGeom>
        </p:spPr>
        <p:txBody>
          <a:bodyPr vert="horz" lIns="91440" tIns="45720" rIns="91440" bIns="45720" rtlCol="0" anchor="ctr">
            <a:normAutofit/>
          </a:bodyPr>
          <a:lstStyle>
            <a:lvl1pPr marL="342900" indent="-342900">
              <a:buFont typeface="+mj-lt"/>
              <a:buAutoNum type="arabicPeriod"/>
              <a:defRPr lang="en-US" sz="1800" dirty="0">
                <a:solidFill>
                  <a:schemeClr val="tx1"/>
                </a:solidFill>
              </a:defRPr>
            </a:lvl1pPr>
            <a:lvl2pPr marL="571500" indent="-342900">
              <a:buFont typeface="+mj-lt"/>
              <a:buAutoNum type="arabicPeriod"/>
              <a:defRPr lang="en-US" sz="1600" dirty="0">
                <a:solidFill>
                  <a:schemeClr val="tx1"/>
                </a:solidFill>
              </a:defRPr>
            </a:lvl2pPr>
            <a:lvl3pPr marL="800100" indent="-342900">
              <a:buFont typeface="+mj-lt"/>
              <a:buAutoNum type="arabicPeriod"/>
              <a:defRPr lang="en-US" dirty="0">
                <a:solidFill>
                  <a:schemeClr val="tx1"/>
                </a:solidFill>
              </a:defRPr>
            </a:lvl3pPr>
            <a:lvl4pPr>
              <a:buFont typeface="+mj-lt"/>
              <a:buAutoNum type="arabicPeriod"/>
              <a:defRPr lang="en-US" dirty="0">
                <a:solidFill>
                  <a:schemeClr val="tx1"/>
                </a:solidFill>
              </a:defRPr>
            </a:lvl4pPr>
            <a:lvl5pPr>
              <a:buFont typeface="+mj-lt"/>
              <a:buAutoNum type="arabicPeriod"/>
              <a:defRPr lang="en-US" dirty="0">
                <a:solidFill>
                  <a:schemeClr val="tx1"/>
                </a:solidFill>
              </a:defRPr>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p>
        </p:txBody>
      </p:sp>
      <p:sp>
        <p:nvSpPr>
          <p:cNvPr id="11" name="Footer Placeholder 10">
            <a:extLst>
              <a:ext uri="{FF2B5EF4-FFF2-40B4-BE49-F238E27FC236}">
                <a16:creationId xmlns:a16="http://schemas.microsoft.com/office/drawing/2014/main" id="{580D44E4-BAE9-45B9-6C67-A2C19D45908B}"/>
              </a:ext>
            </a:extLst>
          </p:cNvPr>
          <p:cNvSpPr>
            <a:spLocks noGrp="1"/>
          </p:cNvSpPr>
          <p:nvPr>
            <p:ph type="ftr" sz="quarter" idx="15"/>
          </p:nvPr>
        </p:nvSpPr>
        <p:spPr>
          <a:xfrm rot="5400000">
            <a:off x="10469880" y="1609344"/>
            <a:ext cx="2670048" cy="365760"/>
          </a:xfrm>
          <a:prstGeom prst="rect">
            <a:avLst/>
          </a:prstGeom>
        </p:spPr>
        <p:txBody>
          <a:bodyPr/>
          <a:lstStyle>
            <a:lvl1pPr>
              <a:defRPr>
                <a:solidFill>
                  <a:schemeClr val="tx1"/>
                </a:solidFill>
              </a:defRPr>
            </a:lvl1pPr>
          </a:lstStyle>
          <a:p>
            <a:r>
              <a:rPr lang="en-US"/>
              <a:t>Sample Footer Text</a:t>
            </a:r>
          </a:p>
        </p:txBody>
      </p:sp>
      <p:sp>
        <p:nvSpPr>
          <p:cNvPr id="12" name="Slide Number Placeholder 11">
            <a:extLst>
              <a:ext uri="{FF2B5EF4-FFF2-40B4-BE49-F238E27FC236}">
                <a16:creationId xmlns:a16="http://schemas.microsoft.com/office/drawing/2014/main" id="{A76D5F1B-44E3-F258-DAEF-5F05DA2DC80D}"/>
              </a:ext>
            </a:extLst>
          </p:cNvPr>
          <p:cNvSpPr>
            <a:spLocks noGrp="1"/>
          </p:cNvSpPr>
          <p:nvPr>
            <p:ph type="sldNum" sz="quarter" idx="16"/>
          </p:nvPr>
        </p:nvSpPr>
        <p:spPr>
          <a:xfrm>
            <a:off x="11494008" y="3218688"/>
            <a:ext cx="630936" cy="429768"/>
          </a:xfrm>
          <a:prstGeom prst="rect">
            <a:avLst/>
          </a:prstGeom>
        </p:spPr>
        <p:txBody>
          <a:bodyPr/>
          <a:lstStyle>
            <a:lvl1pPr>
              <a:defRPr>
                <a:solidFill>
                  <a:schemeClr val="tx1"/>
                </a:solidFill>
              </a:defRPr>
            </a:lvl1pPr>
          </a:lstStyle>
          <a:p>
            <a:fld id="{CC057153-B650-4DEB-B370-79DDCFDCE934}" type="slidenum">
              <a:rPr lang="en-US" smtClean="0"/>
              <a:pPr/>
              <a:t>‹#›</a:t>
            </a:fld>
            <a:endParaRPr lang="en-US"/>
          </a:p>
        </p:txBody>
      </p:sp>
      <p:sp>
        <p:nvSpPr>
          <p:cNvPr id="10" name="Date Placeholder 9">
            <a:extLst>
              <a:ext uri="{FF2B5EF4-FFF2-40B4-BE49-F238E27FC236}">
                <a16:creationId xmlns:a16="http://schemas.microsoft.com/office/drawing/2014/main" id="{385486D6-8955-5E05-F3AA-A1190FAD74A9}"/>
              </a:ext>
            </a:extLst>
          </p:cNvPr>
          <p:cNvSpPr>
            <a:spLocks noGrp="1"/>
          </p:cNvSpPr>
          <p:nvPr>
            <p:ph type="dt" sz="half" idx="14"/>
          </p:nvPr>
        </p:nvSpPr>
        <p:spPr>
          <a:xfrm rot="5400000">
            <a:off x="10469880" y="4892040"/>
            <a:ext cx="2670048" cy="365760"/>
          </a:xfrm>
          <a:prstGeom prst="rect">
            <a:avLst/>
          </a:prstGeom>
        </p:spPr>
        <p:txBody>
          <a:bodyPr/>
          <a:lstStyle>
            <a:lvl1pPr>
              <a:defRPr>
                <a:solidFill>
                  <a:schemeClr val="tx1"/>
                </a:solidFill>
              </a:defRPr>
            </a:lvl1pPr>
          </a:lstStyle>
          <a:p>
            <a:fld id="{3B87997F-712C-46D0-8590-02827728B058}" type="datetime4">
              <a:rPr lang="en-US" smtClean="0"/>
              <a:t>December 10, 2025</a:t>
            </a:fld>
            <a:endParaRPr lang="en-US"/>
          </a:p>
        </p:txBody>
      </p:sp>
    </p:spTree>
    <p:extLst>
      <p:ext uri="{BB962C8B-B14F-4D97-AF65-F5344CB8AC3E}">
        <p14:creationId xmlns:p14="http://schemas.microsoft.com/office/powerpoint/2010/main" val="2609028706"/>
      </p:ext>
    </p:extLst>
  </p:cSld>
  <p:clrMapOvr>
    <a:overrideClrMapping bg1="dk1" tx1="lt1" bg2="dk2" tx2="lt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754332BD-3B0A-AAC1-7FB3-E6D50A1D4E61}"/>
              </a:ext>
              <a:ext uri="{C183D7F6-B498-43B3-948B-1728B52AA6E4}">
                <adec:decorative xmlns:adec="http://schemas.microsoft.com/office/drawing/2017/decorative" val="1"/>
              </a:ext>
            </a:extLst>
          </p:cNvPr>
          <p:cNvCxnSpPr>
            <a:cxnSpLocks/>
          </p:cNvCxnSpPr>
          <p:nvPr/>
        </p:nvCxnSpPr>
        <p:spPr>
          <a:xfrm>
            <a:off x="5610422" y="3429000"/>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44952" y="950976"/>
            <a:ext cx="6108192" cy="2039112"/>
          </a:xfrm>
          <a:prstGeom prst="rect">
            <a:avLst/>
          </a:prstGeom>
        </p:spPr>
        <p:txBody>
          <a:bodyPr anchor="b">
            <a:normAutofit/>
          </a:bodyPr>
          <a:lstStyle>
            <a:lvl1pPr algn="ctr">
              <a:lnSpc>
                <a:spcPct val="120000"/>
              </a:lnSpc>
              <a:defRPr sz="3600"/>
            </a:lvl1pPr>
          </a:lstStyle>
          <a:p>
            <a:r>
              <a:rPr lang="en-US"/>
              <a:t>Click to edit Master title style</a:t>
            </a:r>
          </a:p>
        </p:txBody>
      </p:sp>
      <p:sp>
        <p:nvSpPr>
          <p:cNvPr id="11" name="Content Placeholder 10">
            <a:extLst>
              <a:ext uri="{FF2B5EF4-FFF2-40B4-BE49-F238E27FC236}">
                <a16:creationId xmlns:a16="http://schemas.microsoft.com/office/drawing/2014/main" id="{A15E685B-79A8-DE9F-775F-AF1351EBAD5E}"/>
              </a:ext>
            </a:extLst>
          </p:cNvPr>
          <p:cNvSpPr>
            <a:spLocks noGrp="1"/>
          </p:cNvSpPr>
          <p:nvPr>
            <p:ph sz="quarter" idx="17"/>
          </p:nvPr>
        </p:nvSpPr>
        <p:spPr>
          <a:xfrm>
            <a:off x="3667125" y="3849688"/>
            <a:ext cx="4864100" cy="1719262"/>
          </a:xfrm>
          <a:prstGeom prst="rect">
            <a:avLst/>
          </a:prstGeom>
        </p:spPr>
        <p:txBody>
          <a:bodyPr/>
          <a:lstStyle>
            <a:lvl1pPr marL="0" indent="0" algn="ctr">
              <a:lnSpc>
                <a:spcPct val="130000"/>
              </a:lnSpc>
              <a:buNone/>
              <a:defRPr sz="1800"/>
            </a:lvl1pPr>
            <a:lvl2pPr marL="457200" indent="0" algn="ctr">
              <a:lnSpc>
                <a:spcPct val="130000"/>
              </a:lnSpc>
              <a:buNone/>
              <a:defRPr sz="1600"/>
            </a:lvl2pPr>
            <a:lvl3pPr marL="914400" indent="0" algn="ctr">
              <a:lnSpc>
                <a:spcPct val="130000"/>
              </a:lnSpc>
              <a:buNone/>
              <a:defRPr/>
            </a:lvl3pPr>
            <a:lvl4pPr marL="1371600" indent="0" algn="ctr">
              <a:lnSpc>
                <a:spcPct val="130000"/>
              </a:lnSpc>
              <a:buNone/>
              <a:defRPr/>
            </a:lvl4pPr>
            <a:lvl5pPr marL="1828800" indent="0" algn="ctr">
              <a:lnSpc>
                <a:spcPct val="130000"/>
              </a:lnSpc>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6">
            <a:extLst>
              <a:ext uri="{FF2B5EF4-FFF2-40B4-BE49-F238E27FC236}">
                <a16:creationId xmlns:a16="http://schemas.microsoft.com/office/drawing/2014/main" id="{5EE581FC-7877-B0CE-121D-A868F22C5195}"/>
              </a:ext>
            </a:extLst>
          </p:cNvPr>
          <p:cNvSpPr>
            <a:spLocks noGrp="1"/>
          </p:cNvSpPr>
          <p:nvPr>
            <p:ph type="ftr" sz="quarter" idx="15"/>
          </p:nvPr>
        </p:nvSpPr>
        <p:spPr>
          <a:xfrm rot="5400000">
            <a:off x="10469880" y="1609344"/>
            <a:ext cx="2670048" cy="365760"/>
          </a:xfrm>
          <a:prstGeom prst="rect">
            <a:avLst/>
          </a:prstGeom>
        </p:spPr>
        <p:txBody>
          <a:bodyPr/>
          <a:lstStyle/>
          <a:p>
            <a:pPr algn="r"/>
            <a:r>
              <a:rPr lang="en-US"/>
              <a:t>Sample Footer Text</a:t>
            </a:r>
          </a:p>
        </p:txBody>
      </p:sp>
      <p:sp>
        <p:nvSpPr>
          <p:cNvPr id="9" name="Slide Number Placeholder 8">
            <a:extLst>
              <a:ext uri="{FF2B5EF4-FFF2-40B4-BE49-F238E27FC236}">
                <a16:creationId xmlns:a16="http://schemas.microsoft.com/office/drawing/2014/main" id="{E12274D3-BE15-58C3-8621-19800A18B961}"/>
              </a:ext>
            </a:extLst>
          </p:cNvPr>
          <p:cNvSpPr>
            <a:spLocks noGrp="1"/>
          </p:cNvSpPr>
          <p:nvPr>
            <p:ph type="sldNum" sz="quarter" idx="16"/>
          </p:nvPr>
        </p:nvSpPr>
        <p:spPr>
          <a:xfrm>
            <a:off x="11494008" y="3218688"/>
            <a:ext cx="630936" cy="429768"/>
          </a:xfrm>
          <a:prstGeom prst="rect">
            <a:avLst/>
          </a:prstGeom>
        </p:spPr>
        <p:txBody>
          <a:bodyPr/>
          <a:lstStyle/>
          <a:p>
            <a:pPr algn="ctr"/>
            <a:fld id="{8D252C1B-CBF0-4A4D-8F57-7FB989103249}" type="slidenum">
              <a:rPr lang="en-US" smtClean="0"/>
              <a:pPr algn="ctr"/>
              <a:t>‹#›</a:t>
            </a:fld>
            <a:endParaRPr lang="en-US"/>
          </a:p>
        </p:txBody>
      </p:sp>
      <p:sp>
        <p:nvSpPr>
          <p:cNvPr id="3" name="Date Placeholder 2">
            <a:extLst>
              <a:ext uri="{FF2B5EF4-FFF2-40B4-BE49-F238E27FC236}">
                <a16:creationId xmlns:a16="http://schemas.microsoft.com/office/drawing/2014/main" id="{E280F01D-414D-407C-1408-9645303C8BAC}"/>
              </a:ext>
            </a:extLst>
          </p:cNvPr>
          <p:cNvSpPr>
            <a:spLocks noGrp="1"/>
          </p:cNvSpPr>
          <p:nvPr>
            <p:ph type="dt" sz="half" idx="14"/>
          </p:nvPr>
        </p:nvSpPr>
        <p:spPr>
          <a:xfrm rot="5400000">
            <a:off x="10469880" y="4892040"/>
            <a:ext cx="2670048" cy="365760"/>
          </a:xfrm>
          <a:prstGeom prst="rect">
            <a:avLst/>
          </a:prstGeom>
        </p:spPr>
        <p:txBody>
          <a:bodyPr/>
          <a:lstStyle/>
          <a:p>
            <a:fld id="{56C5D836-5754-4174-8068-82E220F5800B}" type="datetime4">
              <a:rPr lang="en-US" smtClean="0"/>
              <a:t>December 10, 2025</a:t>
            </a:fld>
            <a:endParaRPr lang="en-US"/>
          </a:p>
        </p:txBody>
      </p:sp>
    </p:spTree>
    <p:extLst>
      <p:ext uri="{BB962C8B-B14F-4D97-AF65-F5344CB8AC3E}">
        <p14:creationId xmlns:p14="http://schemas.microsoft.com/office/powerpoint/2010/main" val="156562089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426464" y="1856232"/>
            <a:ext cx="3904488" cy="2176272"/>
          </a:xfrm>
          <a:prstGeom prst="rect">
            <a:avLst/>
          </a:prstGeom>
        </p:spPr>
        <p:txBody>
          <a:bodyPr vert="horz" lIns="91440" tIns="45720" rIns="91440" bIns="45720" rtlCol="0" anchor="t">
            <a:normAutofit/>
          </a:bodyPr>
          <a:lstStyle>
            <a:lvl1pPr>
              <a:defRPr lang="en-US" dirty="0"/>
            </a:lvl1pPr>
          </a:lstStyle>
          <a:p>
            <a:pPr lvl="0"/>
            <a:r>
              <a:rPr lang="en-US"/>
              <a:t>Click to edit Master title style</a:t>
            </a:r>
          </a:p>
        </p:txBody>
      </p:sp>
      <p:sp>
        <p:nvSpPr>
          <p:cNvPr id="11" name="Content Placeholder 10">
            <a:extLst>
              <a:ext uri="{FF2B5EF4-FFF2-40B4-BE49-F238E27FC236}">
                <a16:creationId xmlns:a16="http://schemas.microsoft.com/office/drawing/2014/main" id="{A15E685B-79A8-DE9F-775F-AF1351EBAD5E}"/>
              </a:ext>
            </a:extLst>
          </p:cNvPr>
          <p:cNvSpPr>
            <a:spLocks noGrp="1"/>
          </p:cNvSpPr>
          <p:nvPr>
            <p:ph sz="quarter" idx="17"/>
          </p:nvPr>
        </p:nvSpPr>
        <p:spPr>
          <a:xfrm>
            <a:off x="6099048" y="1856232"/>
            <a:ext cx="4480560" cy="3822192"/>
          </a:xfrm>
          <a:prstGeom prst="rect">
            <a:avLst/>
          </a:prstGeom>
        </p:spPr>
        <p:txBody>
          <a:bodyPr vert="horz" lIns="91440" tIns="45720" rIns="91440" bIns="45720" rtlCol="0">
            <a:normAutofit/>
          </a:bodyPr>
          <a:lstStyle>
            <a:lvl1pPr>
              <a:defRPr lang="en-US"/>
            </a:lvl1pPr>
            <a:lvl2pPr>
              <a:defRPr lang="en-US"/>
            </a:lvl2pPr>
            <a:lvl3pPr>
              <a:defRPr lang="en-US"/>
            </a:lvl3pPr>
            <a:lvl4pPr>
              <a:defRPr lang="en-US"/>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6">
            <a:extLst>
              <a:ext uri="{FF2B5EF4-FFF2-40B4-BE49-F238E27FC236}">
                <a16:creationId xmlns:a16="http://schemas.microsoft.com/office/drawing/2014/main" id="{5EE581FC-7877-B0CE-121D-A868F22C5195}"/>
              </a:ext>
            </a:extLst>
          </p:cNvPr>
          <p:cNvSpPr>
            <a:spLocks noGrp="1"/>
          </p:cNvSpPr>
          <p:nvPr>
            <p:ph type="ftr" sz="quarter" idx="15"/>
          </p:nvPr>
        </p:nvSpPr>
        <p:spPr>
          <a:xfrm rot="5400000">
            <a:off x="10469880" y="1609344"/>
            <a:ext cx="2670048" cy="365760"/>
          </a:xfrm>
          <a:prstGeom prst="rect">
            <a:avLst/>
          </a:prstGeom>
        </p:spPr>
        <p:txBody>
          <a:bodyPr/>
          <a:lstStyle/>
          <a:p>
            <a:pPr algn="r"/>
            <a:r>
              <a:rPr lang="en-US"/>
              <a:t>Sample Footer Text</a:t>
            </a:r>
          </a:p>
        </p:txBody>
      </p:sp>
      <p:sp>
        <p:nvSpPr>
          <p:cNvPr id="9" name="Slide Number Placeholder 8">
            <a:extLst>
              <a:ext uri="{FF2B5EF4-FFF2-40B4-BE49-F238E27FC236}">
                <a16:creationId xmlns:a16="http://schemas.microsoft.com/office/drawing/2014/main" id="{E12274D3-BE15-58C3-8621-19800A18B961}"/>
              </a:ext>
            </a:extLst>
          </p:cNvPr>
          <p:cNvSpPr>
            <a:spLocks noGrp="1"/>
          </p:cNvSpPr>
          <p:nvPr>
            <p:ph type="sldNum" sz="quarter" idx="16"/>
          </p:nvPr>
        </p:nvSpPr>
        <p:spPr>
          <a:xfrm>
            <a:off x="11494008" y="3218688"/>
            <a:ext cx="630936" cy="429768"/>
          </a:xfrm>
          <a:prstGeom prst="rect">
            <a:avLst/>
          </a:prstGeom>
        </p:spPr>
        <p:txBody>
          <a:bodyPr/>
          <a:lstStyle/>
          <a:p>
            <a:pPr algn="ctr"/>
            <a:fld id="{8D252C1B-CBF0-4A4D-8F57-7FB989103249}" type="slidenum">
              <a:rPr lang="en-US" smtClean="0"/>
              <a:pPr algn="ctr"/>
              <a:t>‹#›</a:t>
            </a:fld>
            <a:endParaRPr lang="en-US"/>
          </a:p>
        </p:txBody>
      </p:sp>
      <p:sp>
        <p:nvSpPr>
          <p:cNvPr id="3" name="Date Placeholder 2">
            <a:extLst>
              <a:ext uri="{FF2B5EF4-FFF2-40B4-BE49-F238E27FC236}">
                <a16:creationId xmlns:a16="http://schemas.microsoft.com/office/drawing/2014/main" id="{E280F01D-414D-407C-1408-9645303C8BAC}"/>
              </a:ext>
            </a:extLst>
          </p:cNvPr>
          <p:cNvSpPr>
            <a:spLocks noGrp="1"/>
          </p:cNvSpPr>
          <p:nvPr>
            <p:ph type="dt" sz="half" idx="14"/>
          </p:nvPr>
        </p:nvSpPr>
        <p:spPr>
          <a:xfrm rot="5400000">
            <a:off x="10469880" y="4892040"/>
            <a:ext cx="2670048" cy="365760"/>
          </a:xfrm>
          <a:prstGeom prst="rect">
            <a:avLst/>
          </a:prstGeom>
        </p:spPr>
        <p:txBody>
          <a:bodyPr/>
          <a:lstStyle/>
          <a:p>
            <a:fld id="{8469542E-CD68-4AA3-924E-425E5C7795CF}" type="datetime4">
              <a:rPr lang="en-US" smtClean="0"/>
              <a:t>December 10, 2025</a:t>
            </a:fld>
            <a:endParaRPr lang="en-US"/>
          </a:p>
        </p:txBody>
      </p:sp>
    </p:spTree>
    <p:extLst>
      <p:ext uri="{BB962C8B-B14F-4D97-AF65-F5344CB8AC3E}">
        <p14:creationId xmlns:p14="http://schemas.microsoft.com/office/powerpoint/2010/main" val="301963942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382DE3D-8384-2ED9-7C71-665F47AAD429}"/>
              </a:ext>
              <a:ext uri="{C183D7F6-B498-43B3-948B-1728B52AA6E4}">
                <adec:decorative xmlns:adec="http://schemas.microsoft.com/office/drawing/2017/decorative" val="1"/>
              </a:ext>
            </a:extLst>
          </p:cNvPr>
          <p:cNvSpPr/>
          <p:nvPr/>
        </p:nvSpPr>
        <p:spPr>
          <a:xfrm>
            <a:off x="0" y="0"/>
            <a:ext cx="722376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18388" y="2002536"/>
            <a:ext cx="5586984" cy="2898648"/>
          </a:xfrm>
          <a:prstGeom prst="rect">
            <a:avLst/>
          </a:prstGeom>
        </p:spPr>
        <p:txBody>
          <a:bodyPr anchor="ctr">
            <a:normAutofit/>
          </a:bodyPr>
          <a:lstStyle>
            <a:lvl1pPr algn="ctr">
              <a:lnSpc>
                <a:spcPct val="120000"/>
              </a:lnSpc>
              <a:defRPr sz="2800">
                <a:solidFill>
                  <a:schemeClr val="bg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7891272" y="758952"/>
            <a:ext cx="3200400" cy="5330952"/>
          </a:xfrm>
          <a:prstGeom prst="rect">
            <a:avLst/>
          </a:prstGeom>
        </p:spPr>
        <p:txBody>
          <a:bodyPr vert="horz" lIns="91440" tIns="45720" rIns="91440" bIns="45720" rtlCol="0" anchor="ctr">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10">
            <a:extLst>
              <a:ext uri="{FF2B5EF4-FFF2-40B4-BE49-F238E27FC236}">
                <a16:creationId xmlns:a16="http://schemas.microsoft.com/office/drawing/2014/main" id="{FAA9F39B-6447-60F2-A02B-7241C415ABA1}"/>
              </a:ext>
            </a:extLst>
          </p:cNvPr>
          <p:cNvSpPr>
            <a:spLocks noGrp="1"/>
          </p:cNvSpPr>
          <p:nvPr>
            <p:ph type="ftr" sz="quarter" idx="15"/>
          </p:nvPr>
        </p:nvSpPr>
        <p:spPr>
          <a:xfrm rot="5400000">
            <a:off x="10469880" y="1609344"/>
            <a:ext cx="2670048" cy="365760"/>
          </a:xfrm>
          <a:prstGeom prst="rect">
            <a:avLst/>
          </a:prstGeom>
        </p:spPr>
        <p:txBody>
          <a:bodyPr/>
          <a:lstStyle/>
          <a:p>
            <a:pPr algn="r"/>
            <a:r>
              <a:rPr lang="en-US"/>
              <a:t>Sample Footer Text</a:t>
            </a:r>
          </a:p>
        </p:txBody>
      </p:sp>
      <p:sp>
        <p:nvSpPr>
          <p:cNvPr id="12" name="Slide Number Placeholder 11">
            <a:extLst>
              <a:ext uri="{FF2B5EF4-FFF2-40B4-BE49-F238E27FC236}">
                <a16:creationId xmlns:a16="http://schemas.microsoft.com/office/drawing/2014/main" id="{23154C80-9BCD-5911-3E82-CB97ECBB41E3}"/>
              </a:ext>
            </a:extLst>
          </p:cNvPr>
          <p:cNvSpPr>
            <a:spLocks noGrp="1"/>
          </p:cNvSpPr>
          <p:nvPr>
            <p:ph type="sldNum" sz="quarter" idx="16"/>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a:p>
        </p:txBody>
      </p:sp>
      <p:sp>
        <p:nvSpPr>
          <p:cNvPr id="10" name="Date Placeholder 9">
            <a:extLst>
              <a:ext uri="{FF2B5EF4-FFF2-40B4-BE49-F238E27FC236}">
                <a16:creationId xmlns:a16="http://schemas.microsoft.com/office/drawing/2014/main" id="{B16BA4B7-B6C7-185E-7431-9A13D584D752}"/>
              </a:ext>
            </a:extLst>
          </p:cNvPr>
          <p:cNvSpPr>
            <a:spLocks noGrp="1"/>
          </p:cNvSpPr>
          <p:nvPr>
            <p:ph type="dt" sz="half" idx="14"/>
          </p:nvPr>
        </p:nvSpPr>
        <p:spPr>
          <a:xfrm rot="5400000">
            <a:off x="10469880" y="4892040"/>
            <a:ext cx="2670048" cy="365760"/>
          </a:xfrm>
          <a:prstGeom prst="rect">
            <a:avLst/>
          </a:prstGeom>
        </p:spPr>
        <p:txBody>
          <a:bodyPr/>
          <a:lstStyle/>
          <a:p>
            <a:fld id="{94EFC636-F6E8-4C4D-8568-457972E0BF82}" type="datetime4">
              <a:rPr lang="en-US" smtClean="0"/>
              <a:t>December 10, 2025</a:t>
            </a:fld>
            <a:endParaRPr lang="en-US"/>
          </a:p>
        </p:txBody>
      </p:sp>
    </p:spTree>
    <p:extLst>
      <p:ext uri="{BB962C8B-B14F-4D97-AF65-F5344CB8AC3E}">
        <p14:creationId xmlns:p14="http://schemas.microsoft.com/office/powerpoint/2010/main" val="367604072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1344168"/>
            <a:ext cx="3986784" cy="3813048"/>
          </a:xfrm>
          <a:prstGeom prst="rect">
            <a:avLst/>
          </a:prstGeom>
        </p:spPr>
        <p:txBody>
          <a:bodyPr anchor="t">
            <a:normAutofit/>
          </a:bodyPr>
          <a:lstStyle>
            <a:lvl1pPr>
              <a:lnSpc>
                <a:spcPct val="120000"/>
              </a:lnSpc>
              <a:defRPr sz="2800"/>
            </a:lvl1pPr>
          </a:lstStyle>
          <a:p>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394960" y="1344168"/>
            <a:ext cx="5486400" cy="4581144"/>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p>
        </p:txBody>
      </p:sp>
      <p:sp>
        <p:nvSpPr>
          <p:cNvPr id="7" name="Footer Placeholder 6">
            <a:extLst>
              <a:ext uri="{FF2B5EF4-FFF2-40B4-BE49-F238E27FC236}">
                <a16:creationId xmlns:a16="http://schemas.microsoft.com/office/drawing/2014/main" id="{34BCAAF6-AC06-E7D8-D0C6-D9D520E07E69}"/>
              </a:ext>
            </a:extLst>
          </p:cNvPr>
          <p:cNvSpPr>
            <a:spLocks noGrp="1"/>
          </p:cNvSpPr>
          <p:nvPr>
            <p:ph type="ftr" sz="quarter" idx="15"/>
          </p:nvPr>
        </p:nvSpPr>
        <p:spPr>
          <a:xfrm rot="5400000">
            <a:off x="10469880" y="1609344"/>
            <a:ext cx="2670048" cy="365760"/>
          </a:xfrm>
          <a:prstGeom prst="rect">
            <a:avLst/>
          </a:prstGeom>
        </p:spPr>
        <p:txBody>
          <a:bodyPr/>
          <a:lstStyle/>
          <a:p>
            <a:pPr algn="r"/>
            <a:r>
              <a:rPr lang="en-US"/>
              <a:t>Sample Footer Text</a:t>
            </a:r>
          </a:p>
        </p:txBody>
      </p:sp>
      <p:sp>
        <p:nvSpPr>
          <p:cNvPr id="9" name="Slide Number Placeholder 8">
            <a:extLst>
              <a:ext uri="{FF2B5EF4-FFF2-40B4-BE49-F238E27FC236}">
                <a16:creationId xmlns:a16="http://schemas.microsoft.com/office/drawing/2014/main" id="{73D48925-A360-AD49-BC43-5262EA064BDC}"/>
              </a:ext>
            </a:extLst>
          </p:cNvPr>
          <p:cNvSpPr>
            <a:spLocks noGrp="1"/>
          </p:cNvSpPr>
          <p:nvPr>
            <p:ph type="sldNum" sz="quarter" idx="16"/>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a:p>
        </p:txBody>
      </p:sp>
      <p:sp>
        <p:nvSpPr>
          <p:cNvPr id="3" name="Date Placeholder 2">
            <a:extLst>
              <a:ext uri="{FF2B5EF4-FFF2-40B4-BE49-F238E27FC236}">
                <a16:creationId xmlns:a16="http://schemas.microsoft.com/office/drawing/2014/main" id="{78585171-F384-B8C1-2D82-898DAB291C88}"/>
              </a:ext>
            </a:extLst>
          </p:cNvPr>
          <p:cNvSpPr>
            <a:spLocks noGrp="1"/>
          </p:cNvSpPr>
          <p:nvPr>
            <p:ph type="dt" sz="half" idx="14"/>
          </p:nvPr>
        </p:nvSpPr>
        <p:spPr>
          <a:xfrm rot="5400000">
            <a:off x="10469880" y="4892040"/>
            <a:ext cx="2670048" cy="365760"/>
          </a:xfrm>
          <a:prstGeom prst="rect">
            <a:avLst/>
          </a:prstGeom>
        </p:spPr>
        <p:txBody>
          <a:bodyPr/>
          <a:lstStyle/>
          <a:p>
            <a:fld id="{AFDC1503-F478-4724-A668-233C9A58478D}" type="datetime4">
              <a:rPr lang="en-US" smtClean="0"/>
              <a:t>December 10, 2025</a:t>
            </a:fld>
            <a:endParaRPr lang="en-US"/>
          </a:p>
        </p:txBody>
      </p:sp>
    </p:spTree>
    <p:extLst>
      <p:ext uri="{BB962C8B-B14F-4D97-AF65-F5344CB8AC3E}">
        <p14:creationId xmlns:p14="http://schemas.microsoft.com/office/powerpoint/2010/main" val="236673752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4E3C4E9-3EF9-F1D7-9682-F8F8A212835E}"/>
              </a:ext>
              <a:ext uri="{C183D7F6-B498-43B3-948B-1728B52AA6E4}">
                <adec:decorative xmlns:adec="http://schemas.microsoft.com/office/drawing/2017/decorative" val="1"/>
              </a:ext>
            </a:extLst>
          </p:cNvPr>
          <p:cNvSpPr/>
          <p:nvPr/>
        </p:nvSpPr>
        <p:spPr>
          <a:xfrm>
            <a:off x="0" y="0"/>
            <a:ext cx="6096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6" name="Oval 5">
            <a:extLst>
              <a:ext uri="{FF2B5EF4-FFF2-40B4-BE49-F238E27FC236}">
                <a16:creationId xmlns:a16="http://schemas.microsoft.com/office/drawing/2014/main" id="{E6D9E92F-86F7-70EE-6794-AB1238672DBD}"/>
              </a:ext>
              <a:ext uri="{C183D7F6-B498-43B3-948B-1728B52AA6E4}">
                <adec:decorative xmlns:adec="http://schemas.microsoft.com/office/drawing/2017/decorative" val="1"/>
              </a:ext>
            </a:extLst>
          </p:cNvPr>
          <p:cNvSpPr/>
          <p:nvPr/>
        </p:nvSpPr>
        <p:spPr>
          <a:xfrm>
            <a:off x="733197" y="1113411"/>
            <a:ext cx="4629606" cy="4629606"/>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42416" y="2286000"/>
            <a:ext cx="3968496" cy="2286000"/>
          </a:xfrm>
          <a:prstGeom prst="rect">
            <a:avLst/>
          </a:prstGeom>
        </p:spPr>
        <p:txBody>
          <a:bodyPr anchor="ctr">
            <a:normAutofit/>
          </a:bodyPr>
          <a:lstStyle>
            <a:lvl1pPr algn="ctr">
              <a:lnSpc>
                <a:spcPct val="120000"/>
              </a:lnSpc>
              <a:defRPr sz="2800"/>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6830568" y="758952"/>
            <a:ext cx="4398264" cy="5330952"/>
          </a:xfrm>
          <a:prstGeom prst="rect">
            <a:avLst/>
          </a:prstGeom>
        </p:spPr>
        <p:txBody>
          <a:bodyPr vert="horz" lIns="91440" tIns="45720" rIns="91440" bIns="45720" rtlCol="0" anchor="ctr">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p>
        </p:txBody>
      </p:sp>
      <p:sp>
        <p:nvSpPr>
          <p:cNvPr id="14" name="Footer Placeholder 13">
            <a:extLst>
              <a:ext uri="{FF2B5EF4-FFF2-40B4-BE49-F238E27FC236}">
                <a16:creationId xmlns:a16="http://schemas.microsoft.com/office/drawing/2014/main" id="{6B6EFBAA-5DC1-29BB-5E7C-D3161CE848C9}"/>
              </a:ext>
            </a:extLst>
          </p:cNvPr>
          <p:cNvSpPr>
            <a:spLocks noGrp="1"/>
          </p:cNvSpPr>
          <p:nvPr>
            <p:ph type="ftr" sz="quarter" idx="15"/>
          </p:nvPr>
        </p:nvSpPr>
        <p:spPr>
          <a:xfrm rot="5400000">
            <a:off x="10469880" y="1609344"/>
            <a:ext cx="2670048" cy="365760"/>
          </a:xfrm>
          <a:prstGeom prst="rect">
            <a:avLst/>
          </a:prstGeom>
        </p:spPr>
        <p:txBody>
          <a:bodyPr/>
          <a:lstStyle/>
          <a:p>
            <a:pPr algn="r"/>
            <a:r>
              <a:rPr lang="en-US"/>
              <a:t>Sample Footer Text</a:t>
            </a:r>
          </a:p>
        </p:txBody>
      </p:sp>
      <p:sp>
        <p:nvSpPr>
          <p:cNvPr id="15" name="Slide Number Placeholder 14">
            <a:extLst>
              <a:ext uri="{FF2B5EF4-FFF2-40B4-BE49-F238E27FC236}">
                <a16:creationId xmlns:a16="http://schemas.microsoft.com/office/drawing/2014/main" id="{2AB4F126-3659-1B8C-0217-AAEB427F481F}"/>
              </a:ext>
            </a:extLst>
          </p:cNvPr>
          <p:cNvSpPr>
            <a:spLocks noGrp="1"/>
          </p:cNvSpPr>
          <p:nvPr>
            <p:ph type="sldNum" sz="quarter" idx="16"/>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a:p>
        </p:txBody>
      </p:sp>
      <p:sp>
        <p:nvSpPr>
          <p:cNvPr id="13" name="Date Placeholder 12">
            <a:extLst>
              <a:ext uri="{FF2B5EF4-FFF2-40B4-BE49-F238E27FC236}">
                <a16:creationId xmlns:a16="http://schemas.microsoft.com/office/drawing/2014/main" id="{C5560928-8A30-5E32-D337-B8F5011C0680}"/>
              </a:ext>
            </a:extLst>
          </p:cNvPr>
          <p:cNvSpPr>
            <a:spLocks noGrp="1"/>
          </p:cNvSpPr>
          <p:nvPr>
            <p:ph type="dt" sz="half" idx="14"/>
          </p:nvPr>
        </p:nvSpPr>
        <p:spPr>
          <a:xfrm rot="5400000">
            <a:off x="10469880" y="4892040"/>
            <a:ext cx="2670048" cy="365760"/>
          </a:xfrm>
          <a:prstGeom prst="rect">
            <a:avLst/>
          </a:prstGeom>
        </p:spPr>
        <p:txBody>
          <a:bodyPr/>
          <a:lstStyle/>
          <a:p>
            <a:fld id="{EEE9064D-9AB2-45E2-A243-3D991F981AD8}" type="datetime4">
              <a:rPr lang="en-US" smtClean="0"/>
              <a:t>December 10, 2025</a:t>
            </a:fld>
            <a:endParaRPr lang="en-US"/>
          </a:p>
        </p:txBody>
      </p:sp>
    </p:spTree>
    <p:extLst>
      <p:ext uri="{BB962C8B-B14F-4D97-AF65-F5344CB8AC3E}">
        <p14:creationId xmlns:p14="http://schemas.microsoft.com/office/powerpoint/2010/main" val="1725749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124711" y="1042416"/>
            <a:ext cx="8778239" cy="859536"/>
          </a:xfrm>
          <a:prstGeom prst="rect">
            <a:avLst/>
          </a:prstGeom>
        </p:spPr>
        <p:txBody>
          <a:bodyPr anchor="b">
            <a:normAutofit/>
          </a:bodyPr>
          <a:lstStyle>
            <a:lvl1pPr>
              <a:lnSpc>
                <a:spcPct val="120000"/>
              </a:lnSpc>
              <a:defRPr sz="2800"/>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1124712" y="2286000"/>
            <a:ext cx="8778240" cy="3858768"/>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p>
        </p:txBody>
      </p:sp>
      <p:sp>
        <p:nvSpPr>
          <p:cNvPr id="7" name="Footer Placeholder 6">
            <a:extLst>
              <a:ext uri="{FF2B5EF4-FFF2-40B4-BE49-F238E27FC236}">
                <a16:creationId xmlns:a16="http://schemas.microsoft.com/office/drawing/2014/main" id="{D61483D3-774D-9D68-68CB-5A937232274F}"/>
              </a:ext>
            </a:extLst>
          </p:cNvPr>
          <p:cNvSpPr>
            <a:spLocks noGrp="1"/>
          </p:cNvSpPr>
          <p:nvPr>
            <p:ph type="ftr" sz="quarter" idx="15"/>
          </p:nvPr>
        </p:nvSpPr>
        <p:spPr>
          <a:xfrm rot="5400000">
            <a:off x="10469880" y="1609344"/>
            <a:ext cx="2670048" cy="365760"/>
          </a:xfrm>
          <a:prstGeom prst="rect">
            <a:avLst/>
          </a:prstGeom>
        </p:spPr>
        <p:txBody>
          <a:bodyPr/>
          <a:lstStyle/>
          <a:p>
            <a:pPr algn="r"/>
            <a:r>
              <a:rPr lang="en-US"/>
              <a:t>Sample Footer Text</a:t>
            </a:r>
          </a:p>
        </p:txBody>
      </p:sp>
      <p:sp>
        <p:nvSpPr>
          <p:cNvPr id="9" name="Slide Number Placeholder 8">
            <a:extLst>
              <a:ext uri="{FF2B5EF4-FFF2-40B4-BE49-F238E27FC236}">
                <a16:creationId xmlns:a16="http://schemas.microsoft.com/office/drawing/2014/main" id="{C1048750-D97F-4F3E-349E-380EE5D3BD60}"/>
              </a:ext>
            </a:extLst>
          </p:cNvPr>
          <p:cNvSpPr>
            <a:spLocks noGrp="1"/>
          </p:cNvSpPr>
          <p:nvPr>
            <p:ph type="sldNum" sz="quarter" idx="16"/>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a:p>
        </p:txBody>
      </p:sp>
      <p:sp>
        <p:nvSpPr>
          <p:cNvPr id="3" name="Date Placeholder 2">
            <a:extLst>
              <a:ext uri="{FF2B5EF4-FFF2-40B4-BE49-F238E27FC236}">
                <a16:creationId xmlns:a16="http://schemas.microsoft.com/office/drawing/2014/main" id="{1AB169CA-5488-CD07-6516-947BBA28AB35}"/>
              </a:ext>
            </a:extLst>
          </p:cNvPr>
          <p:cNvSpPr>
            <a:spLocks noGrp="1"/>
          </p:cNvSpPr>
          <p:nvPr>
            <p:ph type="dt" sz="half" idx="14"/>
          </p:nvPr>
        </p:nvSpPr>
        <p:spPr>
          <a:xfrm rot="5400000">
            <a:off x="10469880" y="4892040"/>
            <a:ext cx="2670048" cy="365760"/>
          </a:xfrm>
          <a:prstGeom prst="rect">
            <a:avLst/>
          </a:prstGeom>
        </p:spPr>
        <p:txBody>
          <a:bodyPr/>
          <a:lstStyle/>
          <a:p>
            <a:fld id="{D222765E-6FC3-4FF4-B19E-ED5BAA536ADF}" type="datetime4">
              <a:rPr lang="en-US" smtClean="0"/>
              <a:t>December 10, 2025</a:t>
            </a:fld>
            <a:endParaRPr lang="en-US"/>
          </a:p>
        </p:txBody>
      </p:sp>
    </p:spTree>
    <p:extLst>
      <p:ext uri="{BB962C8B-B14F-4D97-AF65-F5344CB8AC3E}">
        <p14:creationId xmlns:p14="http://schemas.microsoft.com/office/powerpoint/2010/main" val="253430445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8">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4E3C4E9-3EF9-F1D7-9682-F8F8A212835E}"/>
              </a:ext>
              <a:ext uri="{C183D7F6-B498-43B3-948B-1728B52AA6E4}">
                <adec:decorative xmlns:adec="http://schemas.microsoft.com/office/drawing/2017/decorative" val="1"/>
              </a:ext>
            </a:extLst>
          </p:cNvPr>
          <p:cNvSpPr/>
          <p:nvPr/>
        </p:nvSpPr>
        <p:spPr>
          <a:xfrm>
            <a:off x="0" y="0"/>
            <a:ext cx="4050792"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81000" y="758952"/>
            <a:ext cx="3276600" cy="4389120"/>
          </a:xfrm>
          <a:prstGeom prst="rect">
            <a:avLst/>
          </a:prstGeom>
        </p:spPr>
        <p:txBody>
          <a:bodyPr vert="horz" lIns="91440" tIns="45720" rIns="91440" bIns="45720" rtlCol="0" anchor="t">
            <a:normAutofit/>
          </a:bodyPr>
          <a:lstStyle>
            <a:lvl1pPr>
              <a:defRPr lang="en-US" sz="2600" dirty="0">
                <a:solidFill>
                  <a:schemeClr val="bg1"/>
                </a:solidFill>
              </a:defRPr>
            </a:lvl1pPr>
          </a:lstStyle>
          <a:p>
            <a:pPr lvl="0"/>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4782312" y="758952"/>
            <a:ext cx="6419088" cy="5330952"/>
          </a:xfrm>
          <a:prstGeom prst="rect">
            <a:avLst/>
          </a:prstGeom>
        </p:spPr>
        <p:txBody>
          <a:bodyPr vert="horz" lIns="91440" tIns="45720" rIns="91440" bIns="45720" rtlCol="0" anchor="t">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p>
        </p:txBody>
      </p:sp>
      <p:sp>
        <p:nvSpPr>
          <p:cNvPr id="14" name="Footer Placeholder 13">
            <a:extLst>
              <a:ext uri="{FF2B5EF4-FFF2-40B4-BE49-F238E27FC236}">
                <a16:creationId xmlns:a16="http://schemas.microsoft.com/office/drawing/2014/main" id="{6B6EFBAA-5DC1-29BB-5E7C-D3161CE848C9}"/>
              </a:ext>
            </a:extLst>
          </p:cNvPr>
          <p:cNvSpPr>
            <a:spLocks noGrp="1"/>
          </p:cNvSpPr>
          <p:nvPr>
            <p:ph type="ftr" sz="quarter" idx="15"/>
          </p:nvPr>
        </p:nvSpPr>
        <p:spPr>
          <a:xfrm rot="5400000">
            <a:off x="10469880" y="1609344"/>
            <a:ext cx="2670048" cy="365760"/>
          </a:xfrm>
          <a:prstGeom prst="rect">
            <a:avLst/>
          </a:prstGeom>
        </p:spPr>
        <p:txBody>
          <a:bodyPr/>
          <a:lstStyle/>
          <a:p>
            <a:pPr algn="r"/>
            <a:r>
              <a:rPr lang="en-US"/>
              <a:t>Sample Footer Text</a:t>
            </a:r>
          </a:p>
        </p:txBody>
      </p:sp>
      <p:sp>
        <p:nvSpPr>
          <p:cNvPr id="15" name="Slide Number Placeholder 14">
            <a:extLst>
              <a:ext uri="{FF2B5EF4-FFF2-40B4-BE49-F238E27FC236}">
                <a16:creationId xmlns:a16="http://schemas.microsoft.com/office/drawing/2014/main" id="{2AB4F126-3659-1B8C-0217-AAEB427F481F}"/>
              </a:ext>
            </a:extLst>
          </p:cNvPr>
          <p:cNvSpPr>
            <a:spLocks noGrp="1"/>
          </p:cNvSpPr>
          <p:nvPr>
            <p:ph type="sldNum" sz="quarter" idx="16"/>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a:p>
        </p:txBody>
      </p:sp>
      <p:sp>
        <p:nvSpPr>
          <p:cNvPr id="13" name="Date Placeholder 12">
            <a:extLst>
              <a:ext uri="{FF2B5EF4-FFF2-40B4-BE49-F238E27FC236}">
                <a16:creationId xmlns:a16="http://schemas.microsoft.com/office/drawing/2014/main" id="{C5560928-8A30-5E32-D337-B8F5011C0680}"/>
              </a:ext>
            </a:extLst>
          </p:cNvPr>
          <p:cNvSpPr>
            <a:spLocks noGrp="1"/>
          </p:cNvSpPr>
          <p:nvPr>
            <p:ph type="dt" sz="half" idx="14"/>
          </p:nvPr>
        </p:nvSpPr>
        <p:spPr>
          <a:xfrm rot="5400000">
            <a:off x="10469880" y="4892040"/>
            <a:ext cx="2670048" cy="365760"/>
          </a:xfrm>
          <a:prstGeom prst="rect">
            <a:avLst/>
          </a:prstGeom>
        </p:spPr>
        <p:txBody>
          <a:bodyPr/>
          <a:lstStyle/>
          <a:p>
            <a:fld id="{70A5E8A2-BE8C-4F0C-A297-8E3F932349F2}" type="datetime4">
              <a:rPr lang="en-US" smtClean="0"/>
              <a:t>December 10, 2025</a:t>
            </a:fld>
            <a:endParaRPr lang="en-US"/>
          </a:p>
        </p:txBody>
      </p:sp>
    </p:spTree>
    <p:extLst>
      <p:ext uri="{BB962C8B-B14F-4D97-AF65-F5344CB8AC3E}">
        <p14:creationId xmlns:p14="http://schemas.microsoft.com/office/powerpoint/2010/main" val="51917459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548640"/>
            <a:ext cx="3026664" cy="4114800"/>
          </a:xfrm>
          <a:prstGeom prst="rect">
            <a:avLst/>
          </a:prstGeom>
        </p:spPr>
        <p:txBody>
          <a:bodyPr anchor="t">
            <a:normAutofit/>
          </a:bodyPr>
          <a:lstStyle>
            <a:lvl1pPr>
              <a:lnSpc>
                <a:spcPct val="120000"/>
              </a:lnSpc>
              <a:defRPr sz="2600"/>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187952" y="548640"/>
            <a:ext cx="7159752" cy="5952744"/>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p>
        </p:txBody>
      </p:sp>
      <p:sp>
        <p:nvSpPr>
          <p:cNvPr id="7" name="Footer Placeholder 6">
            <a:extLst>
              <a:ext uri="{FF2B5EF4-FFF2-40B4-BE49-F238E27FC236}">
                <a16:creationId xmlns:a16="http://schemas.microsoft.com/office/drawing/2014/main" id="{D61483D3-774D-9D68-68CB-5A937232274F}"/>
              </a:ext>
            </a:extLst>
          </p:cNvPr>
          <p:cNvSpPr>
            <a:spLocks noGrp="1"/>
          </p:cNvSpPr>
          <p:nvPr>
            <p:ph type="ftr" sz="quarter" idx="15"/>
          </p:nvPr>
        </p:nvSpPr>
        <p:spPr>
          <a:xfrm rot="5400000">
            <a:off x="10469880" y="1609344"/>
            <a:ext cx="2670048" cy="365760"/>
          </a:xfrm>
          <a:prstGeom prst="rect">
            <a:avLst/>
          </a:prstGeom>
        </p:spPr>
        <p:txBody>
          <a:bodyPr/>
          <a:lstStyle/>
          <a:p>
            <a:pPr algn="r"/>
            <a:r>
              <a:rPr lang="en-US"/>
              <a:t>Sample Footer Text</a:t>
            </a:r>
          </a:p>
        </p:txBody>
      </p:sp>
      <p:sp>
        <p:nvSpPr>
          <p:cNvPr id="9" name="Slide Number Placeholder 8">
            <a:extLst>
              <a:ext uri="{FF2B5EF4-FFF2-40B4-BE49-F238E27FC236}">
                <a16:creationId xmlns:a16="http://schemas.microsoft.com/office/drawing/2014/main" id="{C1048750-D97F-4F3E-349E-380EE5D3BD60}"/>
              </a:ext>
            </a:extLst>
          </p:cNvPr>
          <p:cNvSpPr>
            <a:spLocks noGrp="1"/>
          </p:cNvSpPr>
          <p:nvPr>
            <p:ph type="sldNum" sz="quarter" idx="16"/>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a:p>
        </p:txBody>
      </p:sp>
      <p:sp>
        <p:nvSpPr>
          <p:cNvPr id="3" name="Date Placeholder 2">
            <a:extLst>
              <a:ext uri="{FF2B5EF4-FFF2-40B4-BE49-F238E27FC236}">
                <a16:creationId xmlns:a16="http://schemas.microsoft.com/office/drawing/2014/main" id="{1AB169CA-5488-CD07-6516-947BBA28AB35}"/>
              </a:ext>
            </a:extLst>
          </p:cNvPr>
          <p:cNvSpPr>
            <a:spLocks noGrp="1"/>
          </p:cNvSpPr>
          <p:nvPr>
            <p:ph type="dt" sz="half" idx="14"/>
          </p:nvPr>
        </p:nvSpPr>
        <p:spPr>
          <a:xfrm rot="5400000">
            <a:off x="10469880" y="4892040"/>
            <a:ext cx="2670048" cy="365760"/>
          </a:xfrm>
          <a:prstGeom prst="rect">
            <a:avLst/>
          </a:prstGeom>
        </p:spPr>
        <p:txBody>
          <a:bodyPr/>
          <a:lstStyle/>
          <a:p>
            <a:fld id="{68D5CF3B-4DE2-417A-9628-56DD36111FF5}" type="datetime4">
              <a:rPr lang="en-US" smtClean="0"/>
              <a:t>December 10, 2025</a:t>
            </a:fld>
            <a:endParaRPr lang="en-US"/>
          </a:p>
        </p:txBody>
      </p:sp>
    </p:spTree>
    <p:extLst>
      <p:ext uri="{BB962C8B-B14F-4D97-AF65-F5344CB8AC3E}">
        <p14:creationId xmlns:p14="http://schemas.microsoft.com/office/powerpoint/2010/main" val="261092266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F04DE9B-00A7-2020-4385-0B94AAD6AC47}"/>
              </a:ext>
            </a:extLst>
          </p:cNvPr>
          <p:cNvSpPr>
            <a:spLocks noGrp="1"/>
          </p:cNvSpPr>
          <p:nvPr>
            <p:ph type="title"/>
          </p:nvPr>
        </p:nvSpPr>
        <p:spPr>
          <a:xfrm>
            <a:off x="612648" y="758952"/>
            <a:ext cx="6720840" cy="1152144"/>
          </a:xfrm>
          <a:prstGeom prst="rect">
            <a:avLst/>
          </a:prstGeom>
        </p:spPr>
        <p:txBody>
          <a:bodyPr/>
          <a:lstStyle>
            <a:lvl1pPr>
              <a:lnSpc>
                <a:spcPct val="120000"/>
              </a:lnSpc>
              <a:defRPr/>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648" y="2258568"/>
            <a:ext cx="6720840" cy="3950208"/>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p>
        </p:txBody>
      </p:sp>
      <p:sp>
        <p:nvSpPr>
          <p:cNvPr id="4" name="Picture Placeholder 3">
            <a:extLst>
              <a:ext uri="{FF2B5EF4-FFF2-40B4-BE49-F238E27FC236}">
                <a16:creationId xmlns:a16="http://schemas.microsoft.com/office/drawing/2014/main" id="{20535D10-41EB-053D-2D2E-87120111A06A}"/>
              </a:ext>
            </a:extLst>
          </p:cNvPr>
          <p:cNvSpPr>
            <a:spLocks noGrp="1"/>
          </p:cNvSpPr>
          <p:nvPr>
            <p:ph type="pic" sz="quarter" idx="18" hasCustomPrompt="1"/>
          </p:nvPr>
        </p:nvSpPr>
        <p:spPr>
          <a:xfrm>
            <a:off x="8132064" y="758952"/>
            <a:ext cx="3300984" cy="5330952"/>
          </a:xfrm>
          <a:prstGeom prst="rect">
            <a:avLst/>
          </a:prstGeom>
          <a:blipFill>
            <a:blip r:embed="rId2">
              <a:alphaModFix amt="70000"/>
            </a:blip>
            <a:stretch>
              <a:fillRect/>
            </a:stretch>
          </a:blipFill>
        </p:spPr>
        <p:txBody>
          <a:bodyPr/>
          <a:lstStyle>
            <a:lvl1pPr marL="0" indent="0">
              <a:buNone/>
              <a:defRPr/>
            </a:lvl1pPr>
          </a:lstStyle>
          <a:p>
            <a:r>
              <a:rPr lang="en-US"/>
              <a:t> </a:t>
            </a:r>
          </a:p>
        </p:txBody>
      </p:sp>
      <p:sp>
        <p:nvSpPr>
          <p:cNvPr id="9" name="Footer Placeholder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10469880" y="1609344"/>
            <a:ext cx="2670048" cy="365760"/>
          </a:xfrm>
          <a:prstGeom prst="rect">
            <a:avLst/>
          </a:prstGeom>
        </p:spPr>
        <p:txBody>
          <a:bodyPr/>
          <a:lstStyle>
            <a:lvl1pPr>
              <a:defRPr>
                <a:solidFill>
                  <a:schemeClr val="tx1"/>
                </a:solidFill>
                <a:effectLst/>
              </a:defRPr>
            </a:lvl1pPr>
          </a:lstStyle>
          <a:p>
            <a:pPr algn="r"/>
            <a:r>
              <a:rPr lang="en-US"/>
              <a:t>Sample Footer Text</a:t>
            </a:r>
          </a:p>
        </p:txBody>
      </p:sp>
      <p:sp>
        <p:nvSpPr>
          <p:cNvPr id="10" name="Slide Number Placeholder 9">
            <a:extLst>
              <a:ext uri="{FF2B5EF4-FFF2-40B4-BE49-F238E27FC236}">
                <a16:creationId xmlns:a16="http://schemas.microsoft.com/office/drawing/2014/main" id="{80387031-1FAB-58C5-4405-B9154D8D4EFB}"/>
              </a:ext>
            </a:extLst>
          </p:cNvPr>
          <p:cNvSpPr>
            <a:spLocks noGrp="1"/>
          </p:cNvSpPr>
          <p:nvPr>
            <p:ph type="sldNum" sz="quarter" idx="17"/>
          </p:nvPr>
        </p:nvSpPr>
        <p:spPr>
          <a:xfrm>
            <a:off x="11494008" y="3218688"/>
            <a:ext cx="630936" cy="429768"/>
          </a:xfrm>
          <a:prstGeom prst="rect">
            <a:avLst/>
          </a:prstGeom>
        </p:spPr>
        <p:txBody>
          <a:bodyPr/>
          <a:lstStyle>
            <a:lvl1pPr>
              <a:defRPr>
                <a:solidFill>
                  <a:schemeClr val="tx1"/>
                </a:solidFill>
                <a:effectLst/>
              </a:defRPr>
            </a:lvl1pPr>
          </a:lstStyle>
          <a:p>
            <a:pPr algn="ctr"/>
            <a:fld id="{CC057153-B650-4DEB-B370-79DDCFDCE934}" type="slidenum">
              <a:rPr lang="en-US" smtClean="0"/>
              <a:pPr algn="ctr"/>
              <a:t>‹#›</a:t>
            </a:fld>
            <a:endParaRPr lang="en-US"/>
          </a:p>
        </p:txBody>
      </p:sp>
      <p:sp>
        <p:nvSpPr>
          <p:cNvPr id="3" name="Date Placeholder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10469880" y="4892040"/>
            <a:ext cx="2670048" cy="365760"/>
          </a:xfrm>
          <a:prstGeom prst="rect">
            <a:avLst/>
          </a:prstGeom>
        </p:spPr>
        <p:txBody>
          <a:bodyPr/>
          <a:lstStyle>
            <a:lvl1pPr>
              <a:defRPr>
                <a:solidFill>
                  <a:schemeClr val="tx1"/>
                </a:solidFill>
                <a:effectLst/>
              </a:defRPr>
            </a:lvl1pPr>
          </a:lstStyle>
          <a:p>
            <a:fld id="{C8EBBEA4-B642-4482-AAAB-F8C968090D5B}" type="datetime4">
              <a:rPr lang="en-US" smtClean="0"/>
              <a:t>December 10, 2025</a:t>
            </a:fld>
            <a:endParaRPr lang="en-US"/>
          </a:p>
        </p:txBody>
      </p:sp>
    </p:spTree>
    <p:extLst>
      <p:ext uri="{BB962C8B-B14F-4D97-AF65-F5344CB8AC3E}">
        <p14:creationId xmlns:p14="http://schemas.microsoft.com/office/powerpoint/2010/main" val="266746682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F04DE9B-00A7-2020-4385-0B94AAD6AC47}"/>
              </a:ext>
            </a:extLst>
          </p:cNvPr>
          <p:cNvSpPr>
            <a:spLocks noGrp="1"/>
          </p:cNvSpPr>
          <p:nvPr>
            <p:ph type="title"/>
          </p:nvPr>
        </p:nvSpPr>
        <p:spPr>
          <a:xfrm>
            <a:off x="4782312" y="603504"/>
            <a:ext cx="6464808" cy="1307592"/>
          </a:xfrm>
          <a:prstGeom prst="rect">
            <a:avLst/>
          </a:prstGeom>
        </p:spPr>
        <p:txBody>
          <a:bodyPr/>
          <a:lstStyle>
            <a:lvl1pPr>
              <a:lnSpc>
                <a:spcPct val="120000"/>
              </a:lnSpc>
              <a:defRPr/>
            </a:lvl1pPr>
          </a:lstStyle>
          <a:p>
            <a:r>
              <a:rPr lang="en-US"/>
              <a:t>Click to edit Master title style</a:t>
            </a:r>
          </a:p>
        </p:txBody>
      </p:sp>
      <p:sp>
        <p:nvSpPr>
          <p:cNvPr id="4" name="Picture Placeholder 3">
            <a:extLst>
              <a:ext uri="{FF2B5EF4-FFF2-40B4-BE49-F238E27FC236}">
                <a16:creationId xmlns:a16="http://schemas.microsoft.com/office/drawing/2014/main" id="{20535D10-41EB-053D-2D2E-87120111A06A}"/>
              </a:ext>
            </a:extLst>
          </p:cNvPr>
          <p:cNvSpPr>
            <a:spLocks noGrp="1"/>
          </p:cNvSpPr>
          <p:nvPr>
            <p:ph type="pic" sz="quarter" idx="18" hasCustomPrompt="1"/>
          </p:nvPr>
        </p:nvSpPr>
        <p:spPr>
          <a:xfrm>
            <a:off x="0" y="0"/>
            <a:ext cx="4050792" cy="6858000"/>
          </a:xfrm>
          <a:prstGeom prst="rect">
            <a:avLst/>
          </a:prstGeom>
          <a:blipFill>
            <a:blip r:embed="rId2">
              <a:alphaModFix amt="70000"/>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782312" y="2258568"/>
            <a:ext cx="6464808" cy="3995928"/>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p>
        </p:txBody>
      </p:sp>
      <p:sp>
        <p:nvSpPr>
          <p:cNvPr id="9" name="Footer Placeholder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10469880" y="1609344"/>
            <a:ext cx="2670048" cy="365760"/>
          </a:xfrm>
          <a:prstGeom prst="rect">
            <a:avLst/>
          </a:prstGeom>
        </p:spPr>
        <p:txBody>
          <a:bodyPr/>
          <a:lstStyle/>
          <a:p>
            <a:pPr algn="r"/>
            <a:r>
              <a:rPr lang="en-US"/>
              <a:t>Sample Footer Text</a:t>
            </a:r>
          </a:p>
        </p:txBody>
      </p:sp>
      <p:sp>
        <p:nvSpPr>
          <p:cNvPr id="10" name="Slide Number Placeholder 9">
            <a:extLst>
              <a:ext uri="{FF2B5EF4-FFF2-40B4-BE49-F238E27FC236}">
                <a16:creationId xmlns:a16="http://schemas.microsoft.com/office/drawing/2014/main" id="{80387031-1FAB-58C5-4405-B9154D8D4EFB}"/>
              </a:ext>
            </a:extLst>
          </p:cNvPr>
          <p:cNvSpPr>
            <a:spLocks noGrp="1"/>
          </p:cNvSpPr>
          <p:nvPr>
            <p:ph type="sldNum" sz="quarter" idx="17"/>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a:p>
        </p:txBody>
      </p:sp>
      <p:sp>
        <p:nvSpPr>
          <p:cNvPr id="3" name="Date Placeholder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10469880" y="4892040"/>
            <a:ext cx="2670048" cy="365760"/>
          </a:xfrm>
          <a:prstGeom prst="rect">
            <a:avLst/>
          </a:prstGeom>
        </p:spPr>
        <p:txBody>
          <a:bodyPr/>
          <a:lstStyle/>
          <a:p>
            <a:fld id="{3BA4593D-59CB-492E-ABE2-368F7D46160C}" type="datetime4">
              <a:rPr lang="en-US" smtClean="0"/>
              <a:t>December 10, 2025</a:t>
            </a:fld>
            <a:endParaRPr lang="en-US"/>
          </a:p>
        </p:txBody>
      </p:sp>
    </p:spTree>
    <p:extLst>
      <p:ext uri="{BB962C8B-B14F-4D97-AF65-F5344CB8AC3E}">
        <p14:creationId xmlns:p14="http://schemas.microsoft.com/office/powerpoint/2010/main" val="411998646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F04DE9B-00A7-2020-4385-0B94AAD6AC47}"/>
              </a:ext>
            </a:extLst>
          </p:cNvPr>
          <p:cNvSpPr>
            <a:spLocks noGrp="1"/>
          </p:cNvSpPr>
          <p:nvPr>
            <p:ph type="title"/>
          </p:nvPr>
        </p:nvSpPr>
        <p:spPr>
          <a:xfrm>
            <a:off x="612647" y="256032"/>
            <a:ext cx="6949439" cy="1124712"/>
          </a:xfrm>
          <a:prstGeom prst="rect">
            <a:avLst/>
          </a:prstGeom>
        </p:spPr>
        <p:txBody>
          <a:bodyPr/>
          <a:lstStyle>
            <a:lvl1pPr>
              <a:lnSpc>
                <a:spcPct val="120000"/>
              </a:lnSpc>
              <a:defRPr/>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648" y="1755648"/>
            <a:ext cx="6949440" cy="4343400"/>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p>
        </p:txBody>
      </p:sp>
      <p:sp>
        <p:nvSpPr>
          <p:cNvPr id="4" name="Picture Placeholder 3">
            <a:extLst>
              <a:ext uri="{FF2B5EF4-FFF2-40B4-BE49-F238E27FC236}">
                <a16:creationId xmlns:a16="http://schemas.microsoft.com/office/drawing/2014/main" id="{A7C02181-FA39-ABBD-5759-8846E0FE79F6}"/>
              </a:ext>
            </a:extLst>
          </p:cNvPr>
          <p:cNvSpPr>
            <a:spLocks noGrp="1"/>
          </p:cNvSpPr>
          <p:nvPr>
            <p:ph type="pic" sz="quarter" idx="18" hasCustomPrompt="1"/>
          </p:nvPr>
        </p:nvSpPr>
        <p:spPr>
          <a:xfrm>
            <a:off x="8129016" y="758952"/>
            <a:ext cx="3300984" cy="5330952"/>
          </a:xfrm>
          <a:prstGeom prst="rect">
            <a:avLst/>
          </a:prstGeom>
          <a:blipFill>
            <a:blip r:embed="rId2">
              <a:alphaModFix amt="70000"/>
            </a:blip>
            <a:stretch>
              <a:fillRect/>
            </a:stretch>
          </a:blipFill>
        </p:spPr>
        <p:txBody>
          <a:bodyPr/>
          <a:lstStyle>
            <a:lvl1pPr marL="0" indent="0">
              <a:buNone/>
              <a:defRPr/>
            </a:lvl1pPr>
          </a:lstStyle>
          <a:p>
            <a:r>
              <a:rPr lang="en-US"/>
              <a:t> </a:t>
            </a:r>
          </a:p>
        </p:txBody>
      </p:sp>
      <p:sp>
        <p:nvSpPr>
          <p:cNvPr id="9" name="Footer Placeholder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10469880" y="1609344"/>
            <a:ext cx="2670048" cy="365760"/>
          </a:xfrm>
          <a:prstGeom prst="rect">
            <a:avLst/>
          </a:prstGeom>
        </p:spPr>
        <p:txBody>
          <a:bodyPr/>
          <a:lstStyle/>
          <a:p>
            <a:pPr algn="r"/>
            <a:r>
              <a:rPr lang="en-US"/>
              <a:t>Sample Footer Text</a:t>
            </a:r>
          </a:p>
        </p:txBody>
      </p:sp>
      <p:sp>
        <p:nvSpPr>
          <p:cNvPr id="10" name="Slide Number Placeholder 9">
            <a:extLst>
              <a:ext uri="{FF2B5EF4-FFF2-40B4-BE49-F238E27FC236}">
                <a16:creationId xmlns:a16="http://schemas.microsoft.com/office/drawing/2014/main" id="{80387031-1FAB-58C5-4405-B9154D8D4EFB}"/>
              </a:ext>
            </a:extLst>
          </p:cNvPr>
          <p:cNvSpPr>
            <a:spLocks noGrp="1"/>
          </p:cNvSpPr>
          <p:nvPr>
            <p:ph type="sldNum" sz="quarter" idx="17"/>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a:p>
        </p:txBody>
      </p:sp>
      <p:sp>
        <p:nvSpPr>
          <p:cNvPr id="3" name="Date Placeholder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10469880" y="4892040"/>
            <a:ext cx="2670048" cy="365760"/>
          </a:xfrm>
          <a:prstGeom prst="rect">
            <a:avLst/>
          </a:prstGeom>
        </p:spPr>
        <p:txBody>
          <a:bodyPr/>
          <a:lstStyle/>
          <a:p>
            <a:fld id="{A6A8C34F-BCF9-44D6-9A61-F95110E279A3}" type="datetime4">
              <a:rPr lang="en-US" smtClean="0"/>
              <a:t>December 10, 2025</a:t>
            </a:fld>
            <a:endParaRPr lang="en-US"/>
          </a:p>
        </p:txBody>
      </p:sp>
    </p:spTree>
    <p:extLst>
      <p:ext uri="{BB962C8B-B14F-4D97-AF65-F5344CB8AC3E}">
        <p14:creationId xmlns:p14="http://schemas.microsoft.com/office/powerpoint/2010/main" val="180974433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F04DE9B-00A7-2020-4385-0B94AAD6AC47}"/>
              </a:ext>
            </a:extLst>
          </p:cNvPr>
          <p:cNvSpPr>
            <a:spLocks noGrp="1"/>
          </p:cNvSpPr>
          <p:nvPr>
            <p:ph type="title"/>
          </p:nvPr>
        </p:nvSpPr>
        <p:spPr>
          <a:xfrm>
            <a:off x="612648" y="674914"/>
            <a:ext cx="4544568" cy="1228925"/>
          </a:xfrm>
          <a:prstGeom prst="rect">
            <a:avLst/>
          </a:prstGeom>
        </p:spPr>
        <p:txBody>
          <a:bodyPr/>
          <a:lstStyle>
            <a:lvl1pPr>
              <a:lnSpc>
                <a:spcPct val="120000"/>
              </a:lnSpc>
              <a:defRPr/>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648" y="2258568"/>
            <a:ext cx="4544568" cy="3950208"/>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p>
        </p:txBody>
      </p:sp>
      <p:sp>
        <p:nvSpPr>
          <p:cNvPr id="14" name="Picture Placeholder 13">
            <a:extLst>
              <a:ext uri="{FF2B5EF4-FFF2-40B4-BE49-F238E27FC236}">
                <a16:creationId xmlns:a16="http://schemas.microsoft.com/office/drawing/2014/main" id="{ADB4AEC6-2EA4-A5BD-A76D-1C38CE894EC0}"/>
              </a:ext>
            </a:extLst>
          </p:cNvPr>
          <p:cNvSpPr>
            <a:spLocks noGrp="1"/>
          </p:cNvSpPr>
          <p:nvPr>
            <p:ph type="pic" sz="quarter" idx="18" hasCustomPrompt="1"/>
          </p:nvPr>
        </p:nvSpPr>
        <p:spPr>
          <a:xfrm>
            <a:off x="5958293" y="750863"/>
            <a:ext cx="5358384" cy="5358384"/>
          </a:xfrm>
          <a:custGeom>
            <a:avLst/>
            <a:gdLst>
              <a:gd name="connsiteX0" fmla="*/ 2679192 w 5358384"/>
              <a:gd name="connsiteY0" fmla="*/ 0 h 5358384"/>
              <a:gd name="connsiteX1" fmla="*/ 5358384 w 5358384"/>
              <a:gd name="connsiteY1" fmla="*/ 2679192 h 5358384"/>
              <a:gd name="connsiteX2" fmla="*/ 2679192 w 5358384"/>
              <a:gd name="connsiteY2" fmla="*/ 5358384 h 5358384"/>
              <a:gd name="connsiteX3" fmla="*/ 0 w 5358384"/>
              <a:gd name="connsiteY3" fmla="*/ 2679192 h 5358384"/>
              <a:gd name="connsiteX4" fmla="*/ 2679192 w 5358384"/>
              <a:gd name="connsiteY4" fmla="*/ 0 h 53583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58384" h="5358384">
                <a:moveTo>
                  <a:pt x="2679192" y="0"/>
                </a:moveTo>
                <a:cubicBezTo>
                  <a:pt x="4158869" y="0"/>
                  <a:pt x="5358384" y="1199515"/>
                  <a:pt x="5358384" y="2679192"/>
                </a:cubicBezTo>
                <a:cubicBezTo>
                  <a:pt x="5358384" y="4158869"/>
                  <a:pt x="4158869" y="5358384"/>
                  <a:pt x="2679192" y="5358384"/>
                </a:cubicBezTo>
                <a:cubicBezTo>
                  <a:pt x="1199515" y="5358384"/>
                  <a:pt x="0" y="4158869"/>
                  <a:pt x="0" y="2679192"/>
                </a:cubicBezTo>
                <a:cubicBezTo>
                  <a:pt x="0" y="1199515"/>
                  <a:pt x="1199515" y="0"/>
                  <a:pt x="2679192" y="0"/>
                </a:cubicBez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a:t> </a:t>
            </a:r>
          </a:p>
        </p:txBody>
      </p:sp>
      <p:sp>
        <p:nvSpPr>
          <p:cNvPr id="9" name="Footer Placeholder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10469880" y="1609344"/>
            <a:ext cx="2670048" cy="365760"/>
          </a:xfrm>
          <a:prstGeom prst="rect">
            <a:avLst/>
          </a:prstGeom>
        </p:spPr>
        <p:txBody>
          <a:bodyPr/>
          <a:lstStyle/>
          <a:p>
            <a:pPr algn="r"/>
            <a:r>
              <a:rPr lang="en-US"/>
              <a:t>Sample Footer Text</a:t>
            </a:r>
          </a:p>
        </p:txBody>
      </p:sp>
      <p:sp>
        <p:nvSpPr>
          <p:cNvPr id="10" name="Slide Number Placeholder 9">
            <a:extLst>
              <a:ext uri="{FF2B5EF4-FFF2-40B4-BE49-F238E27FC236}">
                <a16:creationId xmlns:a16="http://schemas.microsoft.com/office/drawing/2014/main" id="{80387031-1FAB-58C5-4405-B9154D8D4EFB}"/>
              </a:ext>
            </a:extLst>
          </p:cNvPr>
          <p:cNvSpPr>
            <a:spLocks noGrp="1"/>
          </p:cNvSpPr>
          <p:nvPr>
            <p:ph type="sldNum" sz="quarter" idx="17"/>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a:p>
        </p:txBody>
      </p:sp>
      <p:sp>
        <p:nvSpPr>
          <p:cNvPr id="3" name="Date Placeholder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10469880" y="4892040"/>
            <a:ext cx="2670048" cy="365760"/>
          </a:xfrm>
          <a:prstGeom prst="rect">
            <a:avLst/>
          </a:prstGeom>
        </p:spPr>
        <p:txBody>
          <a:bodyPr/>
          <a:lstStyle/>
          <a:p>
            <a:fld id="{B0C3BB61-8B73-424D-8581-F409903383E2}" type="datetime4">
              <a:rPr lang="en-US" smtClean="0"/>
              <a:t>December 10, 2025</a:t>
            </a:fld>
            <a:endParaRPr lang="en-US"/>
          </a:p>
        </p:txBody>
      </p:sp>
    </p:spTree>
    <p:extLst>
      <p:ext uri="{BB962C8B-B14F-4D97-AF65-F5344CB8AC3E}">
        <p14:creationId xmlns:p14="http://schemas.microsoft.com/office/powerpoint/2010/main" val="198833541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F04DE9B-00A7-2020-4385-0B94AAD6AC47}"/>
              </a:ext>
            </a:extLst>
          </p:cNvPr>
          <p:cNvSpPr>
            <a:spLocks noGrp="1"/>
          </p:cNvSpPr>
          <p:nvPr>
            <p:ph type="title"/>
          </p:nvPr>
        </p:nvSpPr>
        <p:spPr>
          <a:xfrm>
            <a:off x="612648" y="758952"/>
            <a:ext cx="5477256" cy="1143000"/>
          </a:xfrm>
          <a:prstGeom prst="rect">
            <a:avLst/>
          </a:prstGeom>
        </p:spPr>
        <p:txBody>
          <a:bodyPr/>
          <a:lstStyle>
            <a:lvl1pPr>
              <a:lnSpc>
                <a:spcPct val="120000"/>
              </a:lnSpc>
              <a:defRPr/>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648" y="2258568"/>
            <a:ext cx="5330952" cy="3840480"/>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p>
        </p:txBody>
      </p:sp>
      <p:sp>
        <p:nvSpPr>
          <p:cNvPr id="14" name="Picture Placeholder 13">
            <a:extLst>
              <a:ext uri="{FF2B5EF4-FFF2-40B4-BE49-F238E27FC236}">
                <a16:creationId xmlns:a16="http://schemas.microsoft.com/office/drawing/2014/main" id="{ADB4AEC6-2EA4-A5BD-A76D-1C38CE894EC0}"/>
              </a:ext>
            </a:extLst>
          </p:cNvPr>
          <p:cNvSpPr>
            <a:spLocks noGrp="1"/>
          </p:cNvSpPr>
          <p:nvPr>
            <p:ph type="pic" sz="quarter" idx="18" hasCustomPrompt="1"/>
          </p:nvPr>
        </p:nvSpPr>
        <p:spPr>
          <a:xfrm>
            <a:off x="6638544" y="1115568"/>
            <a:ext cx="4626864" cy="4626864"/>
          </a:xfrm>
          <a:custGeom>
            <a:avLst/>
            <a:gdLst>
              <a:gd name="connsiteX0" fmla="*/ 2679192 w 5358384"/>
              <a:gd name="connsiteY0" fmla="*/ 0 h 5358384"/>
              <a:gd name="connsiteX1" fmla="*/ 5358384 w 5358384"/>
              <a:gd name="connsiteY1" fmla="*/ 2679192 h 5358384"/>
              <a:gd name="connsiteX2" fmla="*/ 2679192 w 5358384"/>
              <a:gd name="connsiteY2" fmla="*/ 5358384 h 5358384"/>
              <a:gd name="connsiteX3" fmla="*/ 0 w 5358384"/>
              <a:gd name="connsiteY3" fmla="*/ 2679192 h 5358384"/>
              <a:gd name="connsiteX4" fmla="*/ 2679192 w 5358384"/>
              <a:gd name="connsiteY4" fmla="*/ 0 h 53583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58384" h="5358384">
                <a:moveTo>
                  <a:pt x="2679192" y="0"/>
                </a:moveTo>
                <a:cubicBezTo>
                  <a:pt x="4158869" y="0"/>
                  <a:pt x="5358384" y="1199515"/>
                  <a:pt x="5358384" y="2679192"/>
                </a:cubicBezTo>
                <a:cubicBezTo>
                  <a:pt x="5358384" y="4158869"/>
                  <a:pt x="4158869" y="5358384"/>
                  <a:pt x="2679192" y="5358384"/>
                </a:cubicBezTo>
                <a:cubicBezTo>
                  <a:pt x="1199515" y="5358384"/>
                  <a:pt x="0" y="4158869"/>
                  <a:pt x="0" y="2679192"/>
                </a:cubicBezTo>
                <a:cubicBezTo>
                  <a:pt x="0" y="1199515"/>
                  <a:pt x="1199515" y="0"/>
                  <a:pt x="2679192" y="0"/>
                </a:cubicBezTo>
                <a:close/>
              </a:path>
            </a:pathLst>
          </a:custGeom>
          <a:blipFill>
            <a:blip r:embed="rId2">
              <a:alphaModFix amt="70000"/>
            </a:blip>
            <a:stretch>
              <a:fillRect/>
            </a:stretch>
          </a:blipFill>
        </p:spPr>
        <p:txBody>
          <a:bodyPr wrap="square">
            <a:noAutofit/>
          </a:bodyPr>
          <a:lstStyle>
            <a:lvl1pPr marL="0" indent="0">
              <a:buNone/>
              <a:defRPr/>
            </a:lvl1pPr>
          </a:lstStyle>
          <a:p>
            <a:r>
              <a:rPr lang="en-US"/>
              <a:t> </a:t>
            </a:r>
          </a:p>
        </p:txBody>
      </p:sp>
      <p:sp>
        <p:nvSpPr>
          <p:cNvPr id="9" name="Footer Placeholder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10469880" y="1609344"/>
            <a:ext cx="2670048" cy="365760"/>
          </a:xfrm>
          <a:prstGeom prst="rect">
            <a:avLst/>
          </a:prstGeom>
        </p:spPr>
        <p:txBody>
          <a:bodyPr/>
          <a:lstStyle/>
          <a:p>
            <a:pPr algn="r"/>
            <a:r>
              <a:rPr lang="en-US"/>
              <a:t>Sample Footer Text</a:t>
            </a:r>
          </a:p>
        </p:txBody>
      </p:sp>
      <p:sp>
        <p:nvSpPr>
          <p:cNvPr id="10" name="Slide Number Placeholder 9">
            <a:extLst>
              <a:ext uri="{FF2B5EF4-FFF2-40B4-BE49-F238E27FC236}">
                <a16:creationId xmlns:a16="http://schemas.microsoft.com/office/drawing/2014/main" id="{80387031-1FAB-58C5-4405-B9154D8D4EFB}"/>
              </a:ext>
            </a:extLst>
          </p:cNvPr>
          <p:cNvSpPr>
            <a:spLocks noGrp="1"/>
          </p:cNvSpPr>
          <p:nvPr>
            <p:ph type="sldNum" sz="quarter" idx="17"/>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a:p>
        </p:txBody>
      </p:sp>
      <p:sp>
        <p:nvSpPr>
          <p:cNvPr id="3" name="Date Placeholder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10469880" y="4892040"/>
            <a:ext cx="2670048" cy="365760"/>
          </a:xfrm>
          <a:prstGeom prst="rect">
            <a:avLst/>
          </a:prstGeom>
        </p:spPr>
        <p:txBody>
          <a:bodyPr/>
          <a:lstStyle/>
          <a:p>
            <a:fld id="{E02D6E6F-2358-4D77-93A9-B458204A23A8}" type="datetime4">
              <a:rPr lang="en-US" smtClean="0"/>
              <a:t>December 10, 2025</a:t>
            </a:fld>
            <a:endParaRPr lang="en-US"/>
          </a:p>
        </p:txBody>
      </p:sp>
    </p:spTree>
    <p:extLst>
      <p:ext uri="{BB962C8B-B14F-4D97-AF65-F5344CB8AC3E}">
        <p14:creationId xmlns:p14="http://schemas.microsoft.com/office/powerpoint/2010/main" val="72853435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F04DE9B-00A7-2020-4385-0B94AAD6AC47}"/>
              </a:ext>
            </a:extLst>
          </p:cNvPr>
          <p:cNvSpPr>
            <a:spLocks noGrp="1"/>
          </p:cNvSpPr>
          <p:nvPr>
            <p:ph type="title"/>
          </p:nvPr>
        </p:nvSpPr>
        <p:spPr>
          <a:xfrm>
            <a:off x="612648" y="758952"/>
            <a:ext cx="10506456" cy="621792"/>
          </a:xfrm>
          <a:prstGeom prst="rect">
            <a:avLst/>
          </a:prstGeom>
        </p:spPr>
        <p:txBody>
          <a:bodyPr/>
          <a:lstStyle>
            <a:lvl1pPr>
              <a:lnSpc>
                <a:spcPct val="120000"/>
              </a:lnSpc>
              <a:defRPr/>
            </a:lvl1pPr>
          </a:lstStyle>
          <a:p>
            <a:r>
              <a:rPr lang="en-US"/>
              <a:t>Click to edit Master title style</a:t>
            </a:r>
          </a:p>
        </p:txBody>
      </p:sp>
      <p:sp>
        <p:nvSpPr>
          <p:cNvPr id="14" name="Picture Placeholder 13">
            <a:extLst>
              <a:ext uri="{FF2B5EF4-FFF2-40B4-BE49-F238E27FC236}">
                <a16:creationId xmlns:a16="http://schemas.microsoft.com/office/drawing/2014/main" id="{ADB4AEC6-2EA4-A5BD-A76D-1C38CE894EC0}"/>
              </a:ext>
            </a:extLst>
          </p:cNvPr>
          <p:cNvSpPr>
            <a:spLocks noGrp="1"/>
          </p:cNvSpPr>
          <p:nvPr>
            <p:ph type="pic" sz="quarter" idx="18" hasCustomPrompt="1"/>
          </p:nvPr>
        </p:nvSpPr>
        <p:spPr>
          <a:xfrm>
            <a:off x="612648" y="1837944"/>
            <a:ext cx="4261104" cy="4261104"/>
          </a:xfrm>
          <a:custGeom>
            <a:avLst/>
            <a:gdLst>
              <a:gd name="connsiteX0" fmla="*/ 2679192 w 5358384"/>
              <a:gd name="connsiteY0" fmla="*/ 0 h 5358384"/>
              <a:gd name="connsiteX1" fmla="*/ 5358384 w 5358384"/>
              <a:gd name="connsiteY1" fmla="*/ 2679192 h 5358384"/>
              <a:gd name="connsiteX2" fmla="*/ 2679192 w 5358384"/>
              <a:gd name="connsiteY2" fmla="*/ 5358384 h 5358384"/>
              <a:gd name="connsiteX3" fmla="*/ 0 w 5358384"/>
              <a:gd name="connsiteY3" fmla="*/ 2679192 h 5358384"/>
              <a:gd name="connsiteX4" fmla="*/ 2679192 w 5358384"/>
              <a:gd name="connsiteY4" fmla="*/ 0 h 53583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58384" h="5358384">
                <a:moveTo>
                  <a:pt x="2679192" y="0"/>
                </a:moveTo>
                <a:cubicBezTo>
                  <a:pt x="4158869" y="0"/>
                  <a:pt x="5358384" y="1199515"/>
                  <a:pt x="5358384" y="2679192"/>
                </a:cubicBezTo>
                <a:cubicBezTo>
                  <a:pt x="5358384" y="4158869"/>
                  <a:pt x="4158869" y="5358384"/>
                  <a:pt x="2679192" y="5358384"/>
                </a:cubicBezTo>
                <a:cubicBezTo>
                  <a:pt x="1199515" y="5358384"/>
                  <a:pt x="0" y="4158869"/>
                  <a:pt x="0" y="2679192"/>
                </a:cubicBezTo>
                <a:cubicBezTo>
                  <a:pt x="0" y="1199515"/>
                  <a:pt x="1199515" y="0"/>
                  <a:pt x="2679192" y="0"/>
                </a:cubicBezTo>
                <a:close/>
              </a:path>
            </a:pathLst>
          </a:custGeom>
          <a:blipFill>
            <a:blip r:embed="rId2">
              <a:alphaModFix amt="70000"/>
            </a:blip>
            <a:stretch>
              <a:fillRect/>
            </a:stretch>
          </a:blipFill>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5742432" y="1755648"/>
            <a:ext cx="5376672" cy="4416552"/>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p>
        </p:txBody>
      </p:sp>
      <p:sp>
        <p:nvSpPr>
          <p:cNvPr id="9" name="Footer Placeholder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10469880" y="1609344"/>
            <a:ext cx="2670048" cy="365760"/>
          </a:xfrm>
          <a:prstGeom prst="rect">
            <a:avLst/>
          </a:prstGeom>
        </p:spPr>
        <p:txBody>
          <a:bodyPr/>
          <a:lstStyle/>
          <a:p>
            <a:pPr algn="r"/>
            <a:r>
              <a:rPr lang="en-US"/>
              <a:t>Sample Footer Text</a:t>
            </a:r>
          </a:p>
        </p:txBody>
      </p:sp>
      <p:sp>
        <p:nvSpPr>
          <p:cNvPr id="10" name="Slide Number Placeholder 9">
            <a:extLst>
              <a:ext uri="{FF2B5EF4-FFF2-40B4-BE49-F238E27FC236}">
                <a16:creationId xmlns:a16="http://schemas.microsoft.com/office/drawing/2014/main" id="{80387031-1FAB-58C5-4405-B9154D8D4EFB}"/>
              </a:ext>
            </a:extLst>
          </p:cNvPr>
          <p:cNvSpPr>
            <a:spLocks noGrp="1"/>
          </p:cNvSpPr>
          <p:nvPr>
            <p:ph type="sldNum" sz="quarter" idx="17"/>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a:p>
        </p:txBody>
      </p:sp>
      <p:sp>
        <p:nvSpPr>
          <p:cNvPr id="3" name="Date Placeholder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10469880" y="4892040"/>
            <a:ext cx="2670048" cy="365760"/>
          </a:xfrm>
          <a:prstGeom prst="rect">
            <a:avLst/>
          </a:prstGeom>
        </p:spPr>
        <p:txBody>
          <a:bodyPr/>
          <a:lstStyle/>
          <a:p>
            <a:fld id="{6706A190-8EBD-4794-A851-92BB5E0BDD4D}" type="datetime4">
              <a:rPr lang="en-US" smtClean="0"/>
              <a:t>December 10, 2025</a:t>
            </a:fld>
            <a:endParaRPr lang="en-US"/>
          </a:p>
        </p:txBody>
      </p:sp>
    </p:spTree>
    <p:extLst>
      <p:ext uri="{BB962C8B-B14F-4D97-AF65-F5344CB8AC3E}">
        <p14:creationId xmlns:p14="http://schemas.microsoft.com/office/powerpoint/2010/main" val="398241491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758952"/>
            <a:ext cx="4736592" cy="1143000"/>
          </a:xfrm>
          <a:prstGeom prst="rect">
            <a:avLst/>
          </a:prstGeom>
        </p:spPr>
        <p:txBody>
          <a:bodyPr vert="horz" lIns="91440" tIns="45720" rIns="91440" bIns="45720" rtlCol="0" anchor="b">
            <a:normAutofit/>
          </a:bodyPr>
          <a:lstStyle>
            <a:lvl1pPr>
              <a:defRPr lang="en-US" dirty="0"/>
            </a:lvl1pPr>
          </a:lstStyle>
          <a:p>
            <a:pPr lvl="0">
              <a:lnSpc>
                <a:spcPct val="120000"/>
              </a:lnSpc>
            </a:pPr>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648" y="2258568"/>
            <a:ext cx="4754880" cy="3840480"/>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p>
        </p:txBody>
      </p:sp>
      <p:sp>
        <p:nvSpPr>
          <p:cNvPr id="6" name="Picture Placeholder 5">
            <a:extLst>
              <a:ext uri="{FF2B5EF4-FFF2-40B4-BE49-F238E27FC236}">
                <a16:creationId xmlns:a16="http://schemas.microsoft.com/office/drawing/2014/main" id="{D7425CE9-1989-E4AC-20C4-20216538CD64}"/>
              </a:ext>
            </a:extLst>
          </p:cNvPr>
          <p:cNvSpPr>
            <a:spLocks noGrp="1"/>
          </p:cNvSpPr>
          <p:nvPr>
            <p:ph type="pic" sz="quarter" idx="18" hasCustomPrompt="1"/>
          </p:nvPr>
        </p:nvSpPr>
        <p:spPr>
          <a:xfrm>
            <a:off x="6083808" y="0"/>
            <a:ext cx="6108192" cy="6857999"/>
          </a:xfrm>
          <a:prstGeom prst="rect">
            <a:avLst/>
          </a:prstGeom>
          <a:blipFill>
            <a:blip r:embed="rId2">
              <a:alphaModFix amt="70000"/>
            </a:blip>
            <a:stretch>
              <a:fillRect/>
            </a:stretch>
          </a:blipFill>
        </p:spPr>
        <p:txBody>
          <a:bodyPr/>
          <a:lstStyle>
            <a:lvl1pPr marL="0" indent="0">
              <a:buNone/>
              <a:defRPr/>
            </a:lvl1pPr>
          </a:lstStyle>
          <a:p>
            <a:r>
              <a:rPr lang="en-US"/>
              <a:t> </a:t>
            </a:r>
          </a:p>
        </p:txBody>
      </p:sp>
      <p:sp>
        <p:nvSpPr>
          <p:cNvPr id="9" name="Footer Placeholder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10469880" y="1609344"/>
            <a:ext cx="2670048" cy="365760"/>
          </a:xfrm>
          <a:prstGeom prst="rect">
            <a:avLst/>
          </a:prstGeom>
        </p:spPr>
        <p:txBody>
          <a:bodyPr/>
          <a:lstStyle>
            <a:lvl1pPr>
              <a:defRPr>
                <a:solidFill>
                  <a:schemeClr val="bg1"/>
                </a:solidFill>
                <a:effectLst>
                  <a:outerShdw blurRad="38100" dist="38100" dir="2700000" algn="tl">
                    <a:srgbClr val="000000">
                      <a:alpha val="43137"/>
                    </a:srgbClr>
                  </a:outerShdw>
                </a:effectLst>
              </a:defRPr>
            </a:lvl1pPr>
          </a:lstStyle>
          <a:p>
            <a:pPr algn="r"/>
            <a:r>
              <a:rPr lang="en-US"/>
              <a:t>Sample Footer Text</a:t>
            </a:r>
          </a:p>
        </p:txBody>
      </p:sp>
      <p:sp>
        <p:nvSpPr>
          <p:cNvPr id="10" name="Slide Number Placeholder 9">
            <a:extLst>
              <a:ext uri="{FF2B5EF4-FFF2-40B4-BE49-F238E27FC236}">
                <a16:creationId xmlns:a16="http://schemas.microsoft.com/office/drawing/2014/main" id="{80387031-1FAB-58C5-4405-B9154D8D4EFB}"/>
              </a:ext>
            </a:extLst>
          </p:cNvPr>
          <p:cNvSpPr>
            <a:spLocks noGrp="1"/>
          </p:cNvSpPr>
          <p:nvPr>
            <p:ph type="sldNum" sz="quarter" idx="17"/>
          </p:nvPr>
        </p:nvSpPr>
        <p:spPr>
          <a:xfrm>
            <a:off x="11494008" y="3218688"/>
            <a:ext cx="630936" cy="429768"/>
          </a:xfrm>
          <a:prstGeom prst="rect">
            <a:avLst/>
          </a:prstGeom>
        </p:spPr>
        <p:txBody>
          <a:bodyPr/>
          <a:lstStyle>
            <a:lvl1pPr>
              <a:defRPr>
                <a:solidFill>
                  <a:schemeClr val="bg1"/>
                </a:solidFill>
                <a:effectLst>
                  <a:outerShdw blurRad="38100" dist="38100" dir="2700000" algn="tl">
                    <a:srgbClr val="000000">
                      <a:alpha val="43137"/>
                    </a:srgbClr>
                  </a:outerShdw>
                </a:effectLst>
              </a:defRPr>
            </a:lvl1pPr>
          </a:lstStyle>
          <a:p>
            <a:pPr algn="ctr"/>
            <a:fld id="{CC057153-B650-4DEB-B370-79DDCFDCE934}" type="slidenum">
              <a:rPr lang="en-US" smtClean="0"/>
              <a:pPr algn="ctr"/>
              <a:t>‹#›</a:t>
            </a:fld>
            <a:endParaRPr lang="en-US"/>
          </a:p>
        </p:txBody>
      </p:sp>
      <p:sp>
        <p:nvSpPr>
          <p:cNvPr id="3" name="Date Placeholder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10469880" y="4892040"/>
            <a:ext cx="2670048" cy="365760"/>
          </a:xfrm>
          <a:prstGeom prst="rect">
            <a:avLst/>
          </a:prstGeom>
        </p:spPr>
        <p:txBody>
          <a:bodyPr/>
          <a:lstStyle>
            <a:lvl1pPr>
              <a:defRPr>
                <a:solidFill>
                  <a:schemeClr val="bg1"/>
                </a:solidFill>
                <a:effectLst>
                  <a:outerShdw blurRad="38100" dist="38100" dir="2700000" algn="tl">
                    <a:srgbClr val="000000">
                      <a:alpha val="43137"/>
                    </a:srgbClr>
                  </a:outerShdw>
                </a:effectLst>
              </a:defRPr>
            </a:lvl1pPr>
          </a:lstStyle>
          <a:p>
            <a:fld id="{F84BFA0D-9A5F-4EE3-A3FD-82A86EE972AE}" type="datetime4">
              <a:rPr lang="en-US" smtClean="0"/>
              <a:t>December 10, 2025</a:t>
            </a:fld>
            <a:endParaRPr lang="en-US"/>
          </a:p>
        </p:txBody>
      </p:sp>
    </p:spTree>
    <p:extLst>
      <p:ext uri="{BB962C8B-B14F-4D97-AF65-F5344CB8AC3E}">
        <p14:creationId xmlns:p14="http://schemas.microsoft.com/office/powerpoint/2010/main" val="348234239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FE0D260-A526-F079-44B3-C9B03816FFDD}"/>
              </a:ext>
            </a:extLst>
          </p:cNvPr>
          <p:cNvSpPr>
            <a:spLocks noGrp="1"/>
          </p:cNvSpPr>
          <p:nvPr>
            <p:ph type="title"/>
          </p:nvPr>
        </p:nvSpPr>
        <p:spPr>
          <a:xfrm>
            <a:off x="7569582" y="758952"/>
            <a:ext cx="3842130" cy="1143000"/>
          </a:xfrm>
          <a:prstGeom prst="rect">
            <a:avLst/>
          </a:prstGeom>
        </p:spPr>
        <p:txBody>
          <a:bodyPr/>
          <a:lstStyle/>
          <a:p>
            <a:r>
              <a:rPr lang="en-US"/>
              <a:t>Click to edit Master title style</a:t>
            </a:r>
          </a:p>
        </p:txBody>
      </p:sp>
      <p:sp>
        <p:nvSpPr>
          <p:cNvPr id="6" name="Picture Placeholder 5">
            <a:extLst>
              <a:ext uri="{FF2B5EF4-FFF2-40B4-BE49-F238E27FC236}">
                <a16:creationId xmlns:a16="http://schemas.microsoft.com/office/drawing/2014/main" id="{D7425CE9-1989-E4AC-20C4-20216538CD64}"/>
              </a:ext>
            </a:extLst>
          </p:cNvPr>
          <p:cNvSpPr>
            <a:spLocks noGrp="1"/>
          </p:cNvSpPr>
          <p:nvPr>
            <p:ph type="pic" sz="quarter" idx="18" hasCustomPrompt="1"/>
          </p:nvPr>
        </p:nvSpPr>
        <p:spPr>
          <a:xfrm>
            <a:off x="-1" y="0"/>
            <a:ext cx="6835155" cy="6857999"/>
          </a:xfrm>
          <a:prstGeom prst="rect">
            <a:avLst/>
          </a:prstGeom>
          <a:blipFill>
            <a:blip r:embed="rId2">
              <a:alphaModFix amt="70000"/>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569582" y="2258568"/>
            <a:ext cx="3700397" cy="3840480"/>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p>
        </p:txBody>
      </p:sp>
      <p:sp>
        <p:nvSpPr>
          <p:cNvPr id="9" name="Footer Placeholder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10469880" y="1609344"/>
            <a:ext cx="2670048" cy="365760"/>
          </a:xfrm>
          <a:prstGeom prst="rect">
            <a:avLst/>
          </a:prstGeom>
        </p:spPr>
        <p:txBody>
          <a:bodyPr/>
          <a:lstStyle>
            <a:lvl1pPr>
              <a:defRPr>
                <a:solidFill>
                  <a:schemeClr val="tx1"/>
                </a:solidFill>
                <a:effectLst/>
              </a:defRPr>
            </a:lvl1pPr>
          </a:lstStyle>
          <a:p>
            <a:pPr algn="r"/>
            <a:r>
              <a:rPr lang="en-US"/>
              <a:t>Sample Footer Text</a:t>
            </a:r>
          </a:p>
        </p:txBody>
      </p:sp>
      <p:sp>
        <p:nvSpPr>
          <p:cNvPr id="10" name="Slide Number Placeholder 9">
            <a:extLst>
              <a:ext uri="{FF2B5EF4-FFF2-40B4-BE49-F238E27FC236}">
                <a16:creationId xmlns:a16="http://schemas.microsoft.com/office/drawing/2014/main" id="{80387031-1FAB-58C5-4405-B9154D8D4EFB}"/>
              </a:ext>
            </a:extLst>
          </p:cNvPr>
          <p:cNvSpPr>
            <a:spLocks noGrp="1"/>
          </p:cNvSpPr>
          <p:nvPr>
            <p:ph type="sldNum" sz="quarter" idx="17"/>
          </p:nvPr>
        </p:nvSpPr>
        <p:spPr>
          <a:xfrm>
            <a:off x="11494008" y="3218688"/>
            <a:ext cx="630936" cy="429768"/>
          </a:xfrm>
          <a:prstGeom prst="rect">
            <a:avLst/>
          </a:prstGeom>
        </p:spPr>
        <p:txBody>
          <a:bodyPr/>
          <a:lstStyle>
            <a:lvl1pPr>
              <a:defRPr>
                <a:solidFill>
                  <a:schemeClr val="tx1"/>
                </a:solidFill>
                <a:effectLst/>
              </a:defRPr>
            </a:lvl1pPr>
          </a:lstStyle>
          <a:p>
            <a:pPr algn="ctr"/>
            <a:fld id="{CC057153-B650-4DEB-B370-79DDCFDCE934}" type="slidenum">
              <a:rPr lang="en-US" smtClean="0"/>
              <a:pPr algn="ctr"/>
              <a:t>‹#›</a:t>
            </a:fld>
            <a:endParaRPr lang="en-US"/>
          </a:p>
        </p:txBody>
      </p:sp>
      <p:sp>
        <p:nvSpPr>
          <p:cNvPr id="3" name="Date Placeholder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10469880" y="4892040"/>
            <a:ext cx="2670048" cy="365760"/>
          </a:xfrm>
          <a:prstGeom prst="rect">
            <a:avLst/>
          </a:prstGeom>
        </p:spPr>
        <p:txBody>
          <a:bodyPr/>
          <a:lstStyle>
            <a:lvl1pPr>
              <a:defRPr>
                <a:solidFill>
                  <a:schemeClr val="tx1"/>
                </a:solidFill>
                <a:effectLst/>
              </a:defRPr>
            </a:lvl1pPr>
          </a:lstStyle>
          <a:p>
            <a:fld id="{4FD3D564-0365-46F9-82BC-CDD300CEFE62}" type="datetime4">
              <a:rPr lang="en-US" smtClean="0"/>
              <a:t>December 10, 2025</a:t>
            </a:fld>
            <a:endParaRPr lang="en-US"/>
          </a:p>
        </p:txBody>
      </p:sp>
    </p:spTree>
    <p:extLst>
      <p:ext uri="{BB962C8B-B14F-4D97-AF65-F5344CB8AC3E}">
        <p14:creationId xmlns:p14="http://schemas.microsoft.com/office/powerpoint/2010/main" val="345108280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758952"/>
            <a:ext cx="3704970" cy="1143000"/>
          </a:xfrm>
          <a:prstGeom prst="rect">
            <a:avLst/>
          </a:prstGeom>
        </p:spPr>
        <p:txBody>
          <a:bodyPr vert="horz" lIns="91440" tIns="45720" rIns="91440" bIns="45720" rtlCol="0" anchor="b">
            <a:normAutofit/>
          </a:bodyPr>
          <a:lstStyle>
            <a:lvl1pPr>
              <a:defRPr lang="en-US" dirty="0"/>
            </a:lvl1pPr>
          </a:lstStyle>
          <a:p>
            <a:pPr lvl="0">
              <a:lnSpc>
                <a:spcPct val="120000"/>
              </a:lnSpc>
            </a:pPr>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649" y="2258568"/>
            <a:ext cx="3704970" cy="3840480"/>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p>
        </p:txBody>
      </p:sp>
      <p:sp>
        <p:nvSpPr>
          <p:cNvPr id="6" name="Picture Placeholder 5">
            <a:extLst>
              <a:ext uri="{FF2B5EF4-FFF2-40B4-BE49-F238E27FC236}">
                <a16:creationId xmlns:a16="http://schemas.microsoft.com/office/drawing/2014/main" id="{D7425CE9-1989-E4AC-20C4-20216538CD64}"/>
              </a:ext>
            </a:extLst>
          </p:cNvPr>
          <p:cNvSpPr>
            <a:spLocks noGrp="1"/>
          </p:cNvSpPr>
          <p:nvPr>
            <p:ph type="pic" sz="quarter" idx="18" hasCustomPrompt="1"/>
          </p:nvPr>
        </p:nvSpPr>
        <p:spPr>
          <a:xfrm>
            <a:off x="5069897" y="758952"/>
            <a:ext cx="6360104" cy="5330952"/>
          </a:xfrm>
          <a:prstGeom prst="rect">
            <a:avLst/>
          </a:prstGeom>
          <a:blipFill>
            <a:blip r:embed="rId2">
              <a:alphaModFix amt="70000"/>
            </a:blip>
            <a:stretch>
              <a:fillRect/>
            </a:stretch>
          </a:blipFill>
        </p:spPr>
        <p:txBody>
          <a:bodyPr/>
          <a:lstStyle>
            <a:lvl1pPr marL="0" indent="0">
              <a:buNone/>
              <a:defRPr/>
            </a:lvl1pPr>
          </a:lstStyle>
          <a:p>
            <a:r>
              <a:rPr lang="en-US"/>
              <a:t> </a:t>
            </a:r>
          </a:p>
        </p:txBody>
      </p:sp>
      <p:sp>
        <p:nvSpPr>
          <p:cNvPr id="9" name="Footer Placeholder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10469880" y="1609344"/>
            <a:ext cx="2670048" cy="365760"/>
          </a:xfrm>
          <a:prstGeom prst="rect">
            <a:avLst/>
          </a:prstGeom>
        </p:spPr>
        <p:txBody>
          <a:bodyPr/>
          <a:lstStyle>
            <a:lvl1pPr>
              <a:defRPr>
                <a:solidFill>
                  <a:schemeClr val="tx1"/>
                </a:solidFill>
                <a:effectLst/>
              </a:defRPr>
            </a:lvl1pPr>
          </a:lstStyle>
          <a:p>
            <a:pPr algn="r"/>
            <a:r>
              <a:rPr lang="en-US"/>
              <a:t>Sample Footer Text</a:t>
            </a:r>
          </a:p>
        </p:txBody>
      </p:sp>
      <p:sp>
        <p:nvSpPr>
          <p:cNvPr id="10" name="Slide Number Placeholder 9">
            <a:extLst>
              <a:ext uri="{FF2B5EF4-FFF2-40B4-BE49-F238E27FC236}">
                <a16:creationId xmlns:a16="http://schemas.microsoft.com/office/drawing/2014/main" id="{80387031-1FAB-58C5-4405-B9154D8D4EFB}"/>
              </a:ext>
            </a:extLst>
          </p:cNvPr>
          <p:cNvSpPr>
            <a:spLocks noGrp="1"/>
          </p:cNvSpPr>
          <p:nvPr>
            <p:ph type="sldNum" sz="quarter" idx="17"/>
          </p:nvPr>
        </p:nvSpPr>
        <p:spPr>
          <a:xfrm>
            <a:off x="11494008" y="3218688"/>
            <a:ext cx="630936" cy="429768"/>
          </a:xfrm>
          <a:prstGeom prst="rect">
            <a:avLst/>
          </a:prstGeom>
        </p:spPr>
        <p:txBody>
          <a:bodyPr/>
          <a:lstStyle>
            <a:lvl1pPr>
              <a:defRPr>
                <a:solidFill>
                  <a:schemeClr val="tx1"/>
                </a:solidFill>
                <a:effectLst/>
              </a:defRPr>
            </a:lvl1pPr>
          </a:lstStyle>
          <a:p>
            <a:pPr algn="ctr"/>
            <a:fld id="{CC057153-B650-4DEB-B370-79DDCFDCE934}" type="slidenum">
              <a:rPr lang="en-US" smtClean="0"/>
              <a:pPr algn="ctr"/>
              <a:t>‹#›</a:t>
            </a:fld>
            <a:endParaRPr lang="en-US"/>
          </a:p>
        </p:txBody>
      </p:sp>
      <p:sp>
        <p:nvSpPr>
          <p:cNvPr id="3" name="Date Placeholder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10469880" y="4892040"/>
            <a:ext cx="2670048" cy="365760"/>
          </a:xfrm>
          <a:prstGeom prst="rect">
            <a:avLst/>
          </a:prstGeom>
        </p:spPr>
        <p:txBody>
          <a:bodyPr/>
          <a:lstStyle>
            <a:lvl1pPr>
              <a:defRPr>
                <a:solidFill>
                  <a:schemeClr val="tx1"/>
                </a:solidFill>
                <a:effectLst/>
              </a:defRPr>
            </a:lvl1pPr>
          </a:lstStyle>
          <a:p>
            <a:fld id="{C7397E9B-E8AE-4203-8459-BAC5DBFA1928}" type="datetime4">
              <a:rPr lang="en-US" smtClean="0"/>
              <a:t>December 10, 2025</a:t>
            </a:fld>
            <a:endParaRPr lang="en-US"/>
          </a:p>
        </p:txBody>
      </p:sp>
    </p:spTree>
    <p:extLst>
      <p:ext uri="{BB962C8B-B14F-4D97-AF65-F5344CB8AC3E}">
        <p14:creationId xmlns:p14="http://schemas.microsoft.com/office/powerpoint/2010/main" val="400776737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73619" y="1078992"/>
            <a:ext cx="2898648" cy="1947672"/>
          </a:xfrm>
          <a:prstGeom prst="rect">
            <a:avLst/>
          </a:prstGeom>
        </p:spPr>
        <p:txBody>
          <a:bodyPr vert="horz" lIns="91440" tIns="45720" rIns="91440" bIns="45720" rtlCol="0" anchor="b">
            <a:normAutofit/>
          </a:bodyPr>
          <a:lstStyle>
            <a:lvl1pPr>
              <a:defRPr lang="en-US" sz="2600" dirty="0"/>
            </a:lvl1pPr>
          </a:lstStyle>
          <a:p>
            <a:pPr lvl="0">
              <a:lnSpc>
                <a:spcPct val="120000"/>
              </a:lnSpc>
            </a:pPr>
            <a:r>
              <a:rPr lang="en-US"/>
              <a:t>Click to edit Master title style</a:t>
            </a:r>
          </a:p>
        </p:txBody>
      </p:sp>
      <p:sp>
        <p:nvSpPr>
          <p:cNvPr id="12" name="Picture Placeholder 11">
            <a:extLst>
              <a:ext uri="{FF2B5EF4-FFF2-40B4-BE49-F238E27FC236}">
                <a16:creationId xmlns:a16="http://schemas.microsoft.com/office/drawing/2014/main" id="{91A58A98-8307-74B9-8466-17F65EA798AC}"/>
              </a:ext>
            </a:extLst>
          </p:cNvPr>
          <p:cNvSpPr>
            <a:spLocks noGrp="1"/>
          </p:cNvSpPr>
          <p:nvPr>
            <p:ph type="pic" sz="quarter" idx="18" hasCustomPrompt="1"/>
          </p:nvPr>
        </p:nvSpPr>
        <p:spPr>
          <a:xfrm>
            <a:off x="0" y="0"/>
            <a:ext cx="7810394" cy="6858000"/>
          </a:xfrm>
          <a:prstGeom prst="rect">
            <a:avLst/>
          </a:prstGeom>
          <a:blipFill>
            <a:blip r:embed="rId2">
              <a:alphaModFix amt="70000"/>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73619" y="3099816"/>
            <a:ext cx="2898648" cy="2953512"/>
          </a:xfrm>
          <a:prstGeom prst="rect">
            <a:avLst/>
          </a:prstGeom>
        </p:spPr>
        <p:txBody>
          <a:bodyPr vert="horz" lIns="91440" tIns="45720" rIns="91440" bIns="45720" rtlCol="0">
            <a:normAutofit/>
          </a:bodyPr>
          <a:lstStyle>
            <a:lvl1pPr marL="0" indent="0">
              <a:buNone/>
              <a:defRPr lang="en-US" sz="16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p>
        </p:txBody>
      </p:sp>
      <p:sp>
        <p:nvSpPr>
          <p:cNvPr id="9" name="Footer Placeholder 8">
            <a:extLst>
              <a:ext uri="{FF2B5EF4-FFF2-40B4-BE49-F238E27FC236}">
                <a16:creationId xmlns:a16="http://schemas.microsoft.com/office/drawing/2014/main" id="{9488F9E5-3D9D-C4E8-DF44-34F555905C9C}"/>
              </a:ext>
            </a:extLst>
          </p:cNvPr>
          <p:cNvSpPr>
            <a:spLocks noGrp="1"/>
          </p:cNvSpPr>
          <p:nvPr>
            <p:ph type="ftr" sz="quarter" idx="16"/>
          </p:nvPr>
        </p:nvSpPr>
        <p:spPr>
          <a:xfrm rot="5400000">
            <a:off x="10469880" y="1609344"/>
            <a:ext cx="2670048" cy="365760"/>
          </a:xfrm>
          <a:prstGeom prst="rect">
            <a:avLst/>
          </a:prstGeom>
        </p:spPr>
        <p:txBody>
          <a:bodyPr/>
          <a:lstStyle/>
          <a:p>
            <a:pPr algn="r"/>
            <a:r>
              <a:rPr lang="en-US"/>
              <a:t>Sample Footer Text</a:t>
            </a:r>
          </a:p>
        </p:txBody>
      </p:sp>
      <p:sp>
        <p:nvSpPr>
          <p:cNvPr id="10" name="Slide Number Placeholder 9">
            <a:extLst>
              <a:ext uri="{FF2B5EF4-FFF2-40B4-BE49-F238E27FC236}">
                <a16:creationId xmlns:a16="http://schemas.microsoft.com/office/drawing/2014/main" id="{37F38DE2-1429-FE2C-93AA-9AB9D9950E29}"/>
              </a:ext>
            </a:extLst>
          </p:cNvPr>
          <p:cNvSpPr>
            <a:spLocks noGrp="1"/>
          </p:cNvSpPr>
          <p:nvPr>
            <p:ph type="sldNum" sz="quarter" idx="17"/>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a:p>
        </p:txBody>
      </p:sp>
      <p:sp>
        <p:nvSpPr>
          <p:cNvPr id="3" name="Date Placeholder 2">
            <a:extLst>
              <a:ext uri="{FF2B5EF4-FFF2-40B4-BE49-F238E27FC236}">
                <a16:creationId xmlns:a16="http://schemas.microsoft.com/office/drawing/2014/main" id="{78FAB3D1-987F-D6AE-2703-22238530CE39}"/>
              </a:ext>
            </a:extLst>
          </p:cNvPr>
          <p:cNvSpPr>
            <a:spLocks noGrp="1"/>
          </p:cNvSpPr>
          <p:nvPr>
            <p:ph type="dt" sz="half" idx="15"/>
          </p:nvPr>
        </p:nvSpPr>
        <p:spPr>
          <a:xfrm rot="5400000">
            <a:off x="10469880" y="4892040"/>
            <a:ext cx="2670048" cy="365760"/>
          </a:xfrm>
          <a:prstGeom prst="rect">
            <a:avLst/>
          </a:prstGeom>
        </p:spPr>
        <p:txBody>
          <a:bodyPr/>
          <a:lstStyle/>
          <a:p>
            <a:fld id="{32CF74C9-AA5A-4DD7-9934-B71855E316A9}" type="datetime4">
              <a:rPr lang="en-US" smtClean="0"/>
              <a:t>December 10, 2025</a:t>
            </a:fld>
            <a:endParaRPr lang="en-US"/>
          </a:p>
        </p:txBody>
      </p:sp>
    </p:spTree>
    <p:extLst>
      <p:ext uri="{BB962C8B-B14F-4D97-AF65-F5344CB8AC3E}">
        <p14:creationId xmlns:p14="http://schemas.microsoft.com/office/powerpoint/2010/main" val="276643429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4910328"/>
            <a:ext cx="3621024" cy="1386300"/>
          </a:xfrm>
          <a:prstGeom prst="rect">
            <a:avLst/>
          </a:prstGeom>
        </p:spPr>
        <p:txBody>
          <a:bodyPr vert="horz" lIns="91440" tIns="45720" rIns="91440" bIns="45720" rtlCol="0" anchor="t">
            <a:normAutofit/>
          </a:bodyPr>
          <a:lstStyle>
            <a:lvl1pPr>
              <a:defRPr lang="en-US" sz="2400" dirty="0"/>
            </a:lvl1pPr>
          </a:lstStyle>
          <a:p>
            <a:pPr lvl="0">
              <a:lnSpc>
                <a:spcPct val="120000"/>
              </a:lnSpc>
            </a:pPr>
            <a:r>
              <a:rPr lang="en-US"/>
              <a:t>Click to edit Master title style</a:t>
            </a:r>
          </a:p>
        </p:txBody>
      </p:sp>
      <p:sp>
        <p:nvSpPr>
          <p:cNvPr id="11" name="Picture Placeholder 10">
            <a:extLst>
              <a:ext uri="{FF2B5EF4-FFF2-40B4-BE49-F238E27FC236}">
                <a16:creationId xmlns:a16="http://schemas.microsoft.com/office/drawing/2014/main" id="{39DAB963-58B8-E061-879B-826ED90F4AD9}"/>
              </a:ext>
            </a:extLst>
          </p:cNvPr>
          <p:cNvSpPr>
            <a:spLocks noGrp="1"/>
          </p:cNvSpPr>
          <p:nvPr>
            <p:ph type="pic" sz="quarter" idx="19" hasCustomPrompt="1"/>
          </p:nvPr>
        </p:nvSpPr>
        <p:spPr>
          <a:xfrm>
            <a:off x="740664" y="0"/>
            <a:ext cx="10680192" cy="4562856"/>
          </a:xfrm>
          <a:prstGeom prst="rect">
            <a:avLst/>
          </a:prstGeom>
          <a:blipFill>
            <a:blip r:embed="rId2">
              <a:alphaModFix amt="70000"/>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956048" y="4910328"/>
            <a:ext cx="6473952" cy="1499616"/>
          </a:xfrm>
          <a:prstGeom prst="rect">
            <a:avLst/>
          </a:prstGeom>
        </p:spPr>
        <p:txBody>
          <a:bodyPr vert="horz" lIns="91440" tIns="45720" rIns="91440" bIns="45720" rtlCol="0">
            <a:normAutofit/>
          </a:bodyPr>
          <a:lstStyle>
            <a:lvl1pPr marL="0" indent="0">
              <a:buNone/>
              <a:defRPr lang="en-US" sz="16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p>
        </p:txBody>
      </p:sp>
      <p:sp>
        <p:nvSpPr>
          <p:cNvPr id="4" name="Footer Placeholder 3">
            <a:extLst>
              <a:ext uri="{FF2B5EF4-FFF2-40B4-BE49-F238E27FC236}">
                <a16:creationId xmlns:a16="http://schemas.microsoft.com/office/drawing/2014/main" id="{3490BDC3-84FA-EB76-95E5-B0B30F2D695B}"/>
              </a:ext>
            </a:extLst>
          </p:cNvPr>
          <p:cNvSpPr>
            <a:spLocks noGrp="1"/>
          </p:cNvSpPr>
          <p:nvPr>
            <p:ph type="ftr" sz="quarter" idx="17"/>
          </p:nvPr>
        </p:nvSpPr>
        <p:spPr>
          <a:xfrm rot="5400000">
            <a:off x="10469880" y="1609344"/>
            <a:ext cx="2670048" cy="365760"/>
          </a:xfrm>
          <a:prstGeom prst="rect">
            <a:avLst/>
          </a:prstGeom>
        </p:spPr>
        <p:txBody>
          <a:bodyPr/>
          <a:lstStyle/>
          <a:p>
            <a:pPr algn="r"/>
            <a:r>
              <a:rPr lang="en-US"/>
              <a:t>Sample Footer Text</a:t>
            </a:r>
          </a:p>
        </p:txBody>
      </p:sp>
      <p:sp>
        <p:nvSpPr>
          <p:cNvPr id="9" name="Slide Number Placeholder 8">
            <a:extLst>
              <a:ext uri="{FF2B5EF4-FFF2-40B4-BE49-F238E27FC236}">
                <a16:creationId xmlns:a16="http://schemas.microsoft.com/office/drawing/2014/main" id="{E5928215-E177-7864-608E-E316FDF22E31}"/>
              </a:ext>
            </a:extLst>
          </p:cNvPr>
          <p:cNvSpPr>
            <a:spLocks noGrp="1"/>
          </p:cNvSpPr>
          <p:nvPr>
            <p:ph type="sldNum" sz="quarter" idx="18"/>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a:p>
        </p:txBody>
      </p:sp>
      <p:sp>
        <p:nvSpPr>
          <p:cNvPr id="3" name="Date Placeholder 2">
            <a:extLst>
              <a:ext uri="{FF2B5EF4-FFF2-40B4-BE49-F238E27FC236}">
                <a16:creationId xmlns:a16="http://schemas.microsoft.com/office/drawing/2014/main" id="{5A3E53CA-A1D0-15C5-B9BF-4F653C8DE88C}"/>
              </a:ext>
            </a:extLst>
          </p:cNvPr>
          <p:cNvSpPr>
            <a:spLocks noGrp="1"/>
          </p:cNvSpPr>
          <p:nvPr>
            <p:ph type="dt" sz="half" idx="16"/>
          </p:nvPr>
        </p:nvSpPr>
        <p:spPr>
          <a:xfrm rot="5400000">
            <a:off x="10469880" y="4892040"/>
            <a:ext cx="2670048" cy="365760"/>
          </a:xfrm>
          <a:prstGeom prst="rect">
            <a:avLst/>
          </a:prstGeom>
        </p:spPr>
        <p:txBody>
          <a:bodyPr/>
          <a:lstStyle/>
          <a:p>
            <a:fld id="{222A1667-4A0F-48F9-BBF1-D3EC6E1022BA}" type="datetime4">
              <a:rPr lang="en-US" smtClean="0"/>
              <a:t>December 10, 2025</a:t>
            </a:fld>
            <a:endParaRPr lang="en-US"/>
          </a:p>
        </p:txBody>
      </p:sp>
    </p:spTree>
    <p:extLst>
      <p:ext uri="{BB962C8B-B14F-4D97-AF65-F5344CB8AC3E}">
        <p14:creationId xmlns:p14="http://schemas.microsoft.com/office/powerpoint/2010/main" val="97705130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F04DE9B-00A7-2020-4385-0B94AAD6AC47}"/>
              </a:ext>
            </a:extLst>
          </p:cNvPr>
          <p:cNvSpPr>
            <a:spLocks noGrp="1"/>
          </p:cNvSpPr>
          <p:nvPr>
            <p:ph type="title"/>
          </p:nvPr>
        </p:nvSpPr>
        <p:spPr>
          <a:xfrm>
            <a:off x="612648" y="457200"/>
            <a:ext cx="10735056" cy="923544"/>
          </a:xfrm>
          <a:prstGeom prst="rect">
            <a:avLst/>
          </a:prstGeom>
        </p:spPr>
        <p:txBody>
          <a:bodyPr/>
          <a:lstStyle>
            <a:lvl1pPr>
              <a:lnSpc>
                <a:spcPct val="120000"/>
              </a:lnSpc>
              <a:defRPr/>
            </a:lvl1pPr>
          </a:lstStyle>
          <a:p>
            <a:r>
              <a:rPr lang="en-US"/>
              <a:t>Click to edit Master title style</a:t>
            </a:r>
          </a:p>
        </p:txBody>
      </p:sp>
      <p:sp>
        <p:nvSpPr>
          <p:cNvPr id="4" name="Picture Placeholder 3">
            <a:extLst>
              <a:ext uri="{FF2B5EF4-FFF2-40B4-BE49-F238E27FC236}">
                <a16:creationId xmlns:a16="http://schemas.microsoft.com/office/drawing/2014/main" id="{A7C02181-FA39-ABBD-5759-8846E0FE79F6}"/>
              </a:ext>
            </a:extLst>
          </p:cNvPr>
          <p:cNvSpPr>
            <a:spLocks noGrp="1"/>
          </p:cNvSpPr>
          <p:nvPr>
            <p:ph type="pic" sz="quarter" idx="18" hasCustomPrompt="1"/>
          </p:nvPr>
        </p:nvSpPr>
        <p:spPr>
          <a:xfrm>
            <a:off x="612648" y="1892808"/>
            <a:ext cx="3054096" cy="4206240"/>
          </a:xfrm>
          <a:prstGeom prst="rect">
            <a:avLst/>
          </a:prstGeom>
          <a:blipFill>
            <a:blip r:embed="rId2">
              <a:alphaModFix amt="70000"/>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187952" y="1755648"/>
            <a:ext cx="7159752" cy="4343400"/>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p>
        </p:txBody>
      </p:sp>
      <p:sp>
        <p:nvSpPr>
          <p:cNvPr id="9" name="Footer Placeholder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10469880" y="1609344"/>
            <a:ext cx="2670048" cy="365760"/>
          </a:xfrm>
          <a:prstGeom prst="rect">
            <a:avLst/>
          </a:prstGeom>
        </p:spPr>
        <p:txBody>
          <a:bodyPr/>
          <a:lstStyle/>
          <a:p>
            <a:pPr algn="r"/>
            <a:r>
              <a:rPr lang="en-US"/>
              <a:t>Sample Footer Text</a:t>
            </a:r>
          </a:p>
        </p:txBody>
      </p:sp>
      <p:sp>
        <p:nvSpPr>
          <p:cNvPr id="10" name="Slide Number Placeholder 9">
            <a:extLst>
              <a:ext uri="{FF2B5EF4-FFF2-40B4-BE49-F238E27FC236}">
                <a16:creationId xmlns:a16="http://schemas.microsoft.com/office/drawing/2014/main" id="{80387031-1FAB-58C5-4405-B9154D8D4EFB}"/>
              </a:ext>
            </a:extLst>
          </p:cNvPr>
          <p:cNvSpPr>
            <a:spLocks noGrp="1"/>
          </p:cNvSpPr>
          <p:nvPr>
            <p:ph type="sldNum" sz="quarter" idx="17"/>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a:p>
        </p:txBody>
      </p:sp>
      <p:sp>
        <p:nvSpPr>
          <p:cNvPr id="3" name="Date Placeholder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10469880" y="4892040"/>
            <a:ext cx="2670048" cy="365760"/>
          </a:xfrm>
          <a:prstGeom prst="rect">
            <a:avLst/>
          </a:prstGeom>
        </p:spPr>
        <p:txBody>
          <a:bodyPr/>
          <a:lstStyle/>
          <a:p>
            <a:fld id="{DF247505-D930-4024-8CFE-611E51146D16}" type="datetime4">
              <a:rPr lang="en-US" smtClean="0"/>
              <a:t>December 10, 2025</a:t>
            </a:fld>
            <a:endParaRPr lang="en-US"/>
          </a:p>
        </p:txBody>
      </p:sp>
    </p:spTree>
    <p:extLst>
      <p:ext uri="{BB962C8B-B14F-4D97-AF65-F5344CB8AC3E}">
        <p14:creationId xmlns:p14="http://schemas.microsoft.com/office/powerpoint/2010/main" val="382122847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826CE5D-5E71-34E9-21B5-8EEB677BAF70}"/>
              </a:ext>
              <a:ext uri="{C183D7F6-B498-43B3-948B-1728B52AA6E4}">
                <adec:decorative xmlns:adec="http://schemas.microsoft.com/office/drawing/2017/decorative" val="1"/>
              </a:ext>
            </a:extLst>
          </p:cNvPr>
          <p:cNvSpPr/>
          <p:nvPr/>
        </p:nvSpPr>
        <p:spPr>
          <a:xfrm>
            <a:off x="0" y="0"/>
            <a:ext cx="4050792"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3995928"/>
            <a:ext cx="3127248" cy="2093976"/>
          </a:xfrm>
          <a:prstGeom prst="rect">
            <a:avLst/>
          </a:prstGeom>
        </p:spPr>
        <p:txBody>
          <a:bodyPr vert="horz" lIns="91440" tIns="45720" rIns="91440" bIns="45720" rtlCol="0" anchor="ctr">
            <a:normAutofit/>
          </a:bodyPr>
          <a:lstStyle>
            <a:lvl1pPr algn="ctr">
              <a:defRPr lang="en-US" sz="2600" dirty="0">
                <a:solidFill>
                  <a:schemeClr val="bg1"/>
                </a:solidFill>
              </a:defRPr>
            </a:lvl1pPr>
          </a:lstStyle>
          <a:p>
            <a:pPr lvl="0">
              <a:lnSpc>
                <a:spcPct val="120000"/>
              </a:lnSpc>
            </a:pPr>
            <a:r>
              <a:rPr lang="en-US"/>
              <a:t>Click to edit Master title style</a:t>
            </a:r>
          </a:p>
        </p:txBody>
      </p:sp>
      <p:sp>
        <p:nvSpPr>
          <p:cNvPr id="14" name="Picture Placeholder 13">
            <a:extLst>
              <a:ext uri="{FF2B5EF4-FFF2-40B4-BE49-F238E27FC236}">
                <a16:creationId xmlns:a16="http://schemas.microsoft.com/office/drawing/2014/main" id="{ADB4AEC6-2EA4-A5BD-A76D-1C38CE894EC0}"/>
              </a:ext>
            </a:extLst>
          </p:cNvPr>
          <p:cNvSpPr>
            <a:spLocks noGrp="1"/>
          </p:cNvSpPr>
          <p:nvPr>
            <p:ph type="pic" sz="quarter" idx="18" hasCustomPrompt="1"/>
          </p:nvPr>
        </p:nvSpPr>
        <p:spPr>
          <a:xfrm>
            <a:off x="649224" y="813816"/>
            <a:ext cx="2752344" cy="2752344"/>
          </a:xfrm>
          <a:custGeom>
            <a:avLst/>
            <a:gdLst>
              <a:gd name="connsiteX0" fmla="*/ 2679192 w 5358384"/>
              <a:gd name="connsiteY0" fmla="*/ 0 h 5358384"/>
              <a:gd name="connsiteX1" fmla="*/ 5358384 w 5358384"/>
              <a:gd name="connsiteY1" fmla="*/ 2679192 h 5358384"/>
              <a:gd name="connsiteX2" fmla="*/ 2679192 w 5358384"/>
              <a:gd name="connsiteY2" fmla="*/ 5358384 h 5358384"/>
              <a:gd name="connsiteX3" fmla="*/ 0 w 5358384"/>
              <a:gd name="connsiteY3" fmla="*/ 2679192 h 5358384"/>
              <a:gd name="connsiteX4" fmla="*/ 2679192 w 5358384"/>
              <a:gd name="connsiteY4" fmla="*/ 0 h 53583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58384" h="5358384">
                <a:moveTo>
                  <a:pt x="2679192" y="0"/>
                </a:moveTo>
                <a:cubicBezTo>
                  <a:pt x="4158869" y="0"/>
                  <a:pt x="5358384" y="1199515"/>
                  <a:pt x="5358384" y="2679192"/>
                </a:cubicBezTo>
                <a:cubicBezTo>
                  <a:pt x="5358384" y="4158869"/>
                  <a:pt x="4158869" y="5358384"/>
                  <a:pt x="2679192" y="5358384"/>
                </a:cubicBezTo>
                <a:cubicBezTo>
                  <a:pt x="1199515" y="5358384"/>
                  <a:pt x="0" y="4158869"/>
                  <a:pt x="0" y="2679192"/>
                </a:cubicBezTo>
                <a:cubicBezTo>
                  <a:pt x="0" y="1199515"/>
                  <a:pt x="1199515" y="0"/>
                  <a:pt x="2679192" y="0"/>
                </a:cubicBez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782312" y="758952"/>
            <a:ext cx="6382512" cy="5330952"/>
          </a:xfrm>
          <a:prstGeom prst="rect">
            <a:avLst/>
          </a:prstGeom>
        </p:spPr>
        <p:txBody>
          <a:bodyPr vert="horz" lIns="91440" tIns="45720" rIns="91440" bIns="45720" rtlCol="0" anchor="ctr">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p>
        </p:txBody>
      </p:sp>
      <p:sp>
        <p:nvSpPr>
          <p:cNvPr id="9" name="Footer Placeholder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10469880" y="1609344"/>
            <a:ext cx="2670048" cy="365760"/>
          </a:xfrm>
          <a:prstGeom prst="rect">
            <a:avLst/>
          </a:prstGeom>
        </p:spPr>
        <p:txBody>
          <a:bodyPr/>
          <a:lstStyle>
            <a:lvl1pPr>
              <a:defRPr>
                <a:solidFill>
                  <a:schemeClr val="tx1"/>
                </a:solidFill>
              </a:defRPr>
            </a:lvl1pPr>
          </a:lstStyle>
          <a:p>
            <a:pPr algn="r"/>
            <a:r>
              <a:rPr lang="en-US"/>
              <a:t>Sample Footer Text</a:t>
            </a:r>
          </a:p>
        </p:txBody>
      </p:sp>
      <p:sp>
        <p:nvSpPr>
          <p:cNvPr id="10" name="Slide Number Placeholder 9">
            <a:extLst>
              <a:ext uri="{FF2B5EF4-FFF2-40B4-BE49-F238E27FC236}">
                <a16:creationId xmlns:a16="http://schemas.microsoft.com/office/drawing/2014/main" id="{80387031-1FAB-58C5-4405-B9154D8D4EFB}"/>
              </a:ext>
            </a:extLst>
          </p:cNvPr>
          <p:cNvSpPr>
            <a:spLocks noGrp="1"/>
          </p:cNvSpPr>
          <p:nvPr>
            <p:ph type="sldNum" sz="quarter" idx="17"/>
          </p:nvPr>
        </p:nvSpPr>
        <p:spPr>
          <a:xfrm>
            <a:off x="11494008" y="3218688"/>
            <a:ext cx="630936" cy="429768"/>
          </a:xfrm>
          <a:prstGeom prst="rect">
            <a:avLst/>
          </a:prstGeom>
        </p:spPr>
        <p:txBody>
          <a:bodyPr/>
          <a:lstStyle>
            <a:lvl1pPr>
              <a:defRPr>
                <a:solidFill>
                  <a:schemeClr val="tx1"/>
                </a:solidFill>
              </a:defRPr>
            </a:lvl1pPr>
          </a:lstStyle>
          <a:p>
            <a:pPr algn="ctr"/>
            <a:fld id="{CC057153-B650-4DEB-B370-79DDCFDCE934}" type="slidenum">
              <a:rPr lang="en-US" smtClean="0"/>
              <a:pPr algn="ctr"/>
              <a:t>‹#›</a:t>
            </a:fld>
            <a:endParaRPr lang="en-US"/>
          </a:p>
        </p:txBody>
      </p:sp>
      <p:sp>
        <p:nvSpPr>
          <p:cNvPr id="3" name="Date Placeholder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10469880" y="4892040"/>
            <a:ext cx="2670048" cy="365760"/>
          </a:xfrm>
          <a:prstGeom prst="rect">
            <a:avLst/>
          </a:prstGeom>
        </p:spPr>
        <p:txBody>
          <a:bodyPr/>
          <a:lstStyle>
            <a:lvl1pPr>
              <a:defRPr>
                <a:solidFill>
                  <a:schemeClr val="tx1"/>
                </a:solidFill>
              </a:defRPr>
            </a:lvl1pPr>
          </a:lstStyle>
          <a:p>
            <a:fld id="{B5DAC964-5ED5-4E3D-98A1-C42D2BF958CA}" type="datetime4">
              <a:rPr lang="en-US" smtClean="0"/>
              <a:t>December 10, 2025</a:t>
            </a:fld>
            <a:endParaRPr lang="en-US"/>
          </a:p>
        </p:txBody>
      </p:sp>
    </p:spTree>
    <p:extLst>
      <p:ext uri="{BB962C8B-B14F-4D97-AF65-F5344CB8AC3E}">
        <p14:creationId xmlns:p14="http://schemas.microsoft.com/office/powerpoint/2010/main" val="370558287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819477"/>
            <a:ext cx="4617720" cy="1197864"/>
          </a:xfrm>
          <a:prstGeom prst="rect">
            <a:avLst/>
          </a:prstGeom>
        </p:spPr>
        <p:txBody>
          <a:bodyPr vert="horz" lIns="91440" tIns="45720" rIns="91440" bIns="45720" rtlCol="0" anchor="t">
            <a:normAutofit/>
          </a:bodyPr>
          <a:lstStyle>
            <a:lvl1pPr>
              <a:defRPr lang="en-US"/>
            </a:lvl1pPr>
          </a:lstStyle>
          <a:p>
            <a:pPr lvl="0"/>
            <a:r>
              <a:rPr lang="en-US"/>
              <a:t>Click to edit Master title style</a:t>
            </a:r>
          </a:p>
        </p:txBody>
      </p:sp>
      <p:sp>
        <p:nvSpPr>
          <p:cNvPr id="14" name="Picture Placeholder 13">
            <a:extLst>
              <a:ext uri="{FF2B5EF4-FFF2-40B4-BE49-F238E27FC236}">
                <a16:creationId xmlns:a16="http://schemas.microsoft.com/office/drawing/2014/main" id="{ADB4AEC6-2EA4-A5BD-A76D-1C38CE894EC0}"/>
              </a:ext>
            </a:extLst>
          </p:cNvPr>
          <p:cNvSpPr>
            <a:spLocks noGrp="1"/>
          </p:cNvSpPr>
          <p:nvPr>
            <p:ph type="pic" sz="quarter" idx="18" hasCustomPrompt="1"/>
          </p:nvPr>
        </p:nvSpPr>
        <p:spPr>
          <a:xfrm>
            <a:off x="950976" y="2148840"/>
            <a:ext cx="3877056" cy="3877056"/>
          </a:xfrm>
          <a:custGeom>
            <a:avLst/>
            <a:gdLst>
              <a:gd name="connsiteX0" fmla="*/ 2679192 w 5358384"/>
              <a:gd name="connsiteY0" fmla="*/ 0 h 5358384"/>
              <a:gd name="connsiteX1" fmla="*/ 5358384 w 5358384"/>
              <a:gd name="connsiteY1" fmla="*/ 2679192 h 5358384"/>
              <a:gd name="connsiteX2" fmla="*/ 2679192 w 5358384"/>
              <a:gd name="connsiteY2" fmla="*/ 5358384 h 5358384"/>
              <a:gd name="connsiteX3" fmla="*/ 0 w 5358384"/>
              <a:gd name="connsiteY3" fmla="*/ 2679192 h 5358384"/>
              <a:gd name="connsiteX4" fmla="*/ 2679192 w 5358384"/>
              <a:gd name="connsiteY4" fmla="*/ 0 h 53583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58384" h="5358384">
                <a:moveTo>
                  <a:pt x="2679192" y="0"/>
                </a:moveTo>
                <a:cubicBezTo>
                  <a:pt x="4158869" y="0"/>
                  <a:pt x="5358384" y="1199515"/>
                  <a:pt x="5358384" y="2679192"/>
                </a:cubicBezTo>
                <a:cubicBezTo>
                  <a:pt x="5358384" y="4158869"/>
                  <a:pt x="4158869" y="5358384"/>
                  <a:pt x="2679192" y="5358384"/>
                </a:cubicBezTo>
                <a:cubicBezTo>
                  <a:pt x="1199515" y="5358384"/>
                  <a:pt x="0" y="4158869"/>
                  <a:pt x="0" y="2679192"/>
                </a:cubicBezTo>
                <a:cubicBezTo>
                  <a:pt x="0" y="1199515"/>
                  <a:pt x="1199515" y="0"/>
                  <a:pt x="2679192" y="0"/>
                </a:cubicBezTo>
                <a:close/>
              </a:path>
            </a:pathLst>
          </a:custGeom>
          <a:blipFill>
            <a:blip r:embed="rId2">
              <a:alphaModFix amt="70000"/>
            </a:blip>
            <a:stretch>
              <a:fillRect/>
            </a:stretch>
          </a:blipFill>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5843016" y="950976"/>
            <a:ext cx="5586984" cy="5330952"/>
          </a:xfrm>
          <a:prstGeom prst="rect">
            <a:avLst/>
          </a:prstGeom>
        </p:spPr>
        <p:txBody>
          <a:bodyPr vert="horz" lIns="91440" tIns="45720" rIns="91440" bIns="45720" rtlCol="0" anchor="ctr">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p>
        </p:txBody>
      </p:sp>
      <p:sp>
        <p:nvSpPr>
          <p:cNvPr id="9" name="Footer Placeholder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10469880" y="1609344"/>
            <a:ext cx="2670048" cy="365760"/>
          </a:xfrm>
          <a:prstGeom prst="rect">
            <a:avLst/>
          </a:prstGeom>
        </p:spPr>
        <p:txBody>
          <a:bodyPr/>
          <a:lstStyle>
            <a:lvl1pPr>
              <a:defRPr>
                <a:solidFill>
                  <a:schemeClr val="tx1"/>
                </a:solidFill>
              </a:defRPr>
            </a:lvl1pPr>
          </a:lstStyle>
          <a:p>
            <a:pPr algn="r"/>
            <a:r>
              <a:rPr lang="en-US"/>
              <a:t>Sample Footer Text</a:t>
            </a:r>
          </a:p>
        </p:txBody>
      </p:sp>
      <p:sp>
        <p:nvSpPr>
          <p:cNvPr id="10" name="Slide Number Placeholder 9">
            <a:extLst>
              <a:ext uri="{FF2B5EF4-FFF2-40B4-BE49-F238E27FC236}">
                <a16:creationId xmlns:a16="http://schemas.microsoft.com/office/drawing/2014/main" id="{80387031-1FAB-58C5-4405-B9154D8D4EFB}"/>
              </a:ext>
            </a:extLst>
          </p:cNvPr>
          <p:cNvSpPr>
            <a:spLocks noGrp="1"/>
          </p:cNvSpPr>
          <p:nvPr>
            <p:ph type="sldNum" sz="quarter" idx="17"/>
          </p:nvPr>
        </p:nvSpPr>
        <p:spPr>
          <a:xfrm>
            <a:off x="11494008" y="3218688"/>
            <a:ext cx="630936" cy="429768"/>
          </a:xfrm>
          <a:prstGeom prst="rect">
            <a:avLst/>
          </a:prstGeom>
        </p:spPr>
        <p:txBody>
          <a:bodyPr/>
          <a:lstStyle>
            <a:lvl1pPr>
              <a:defRPr>
                <a:solidFill>
                  <a:schemeClr val="tx1"/>
                </a:solidFill>
              </a:defRPr>
            </a:lvl1pPr>
          </a:lstStyle>
          <a:p>
            <a:pPr algn="ctr"/>
            <a:fld id="{CC057153-B650-4DEB-B370-79DDCFDCE934}" type="slidenum">
              <a:rPr lang="en-US" smtClean="0"/>
              <a:pPr algn="ctr"/>
              <a:t>‹#›</a:t>
            </a:fld>
            <a:endParaRPr lang="en-US"/>
          </a:p>
        </p:txBody>
      </p:sp>
      <p:sp>
        <p:nvSpPr>
          <p:cNvPr id="3" name="Date Placeholder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10469880" y="4892040"/>
            <a:ext cx="2670048" cy="365760"/>
          </a:xfrm>
          <a:prstGeom prst="rect">
            <a:avLst/>
          </a:prstGeom>
        </p:spPr>
        <p:txBody>
          <a:bodyPr/>
          <a:lstStyle>
            <a:lvl1pPr>
              <a:defRPr>
                <a:solidFill>
                  <a:schemeClr val="tx1"/>
                </a:solidFill>
              </a:defRPr>
            </a:lvl1pPr>
          </a:lstStyle>
          <a:p>
            <a:fld id="{9EC1A304-701C-41E4-B1CD-607E1F9CDC82}" type="datetime4">
              <a:rPr lang="en-US" smtClean="0"/>
              <a:t>December 10, 2025</a:t>
            </a:fld>
            <a:endParaRPr lang="en-US"/>
          </a:p>
        </p:txBody>
      </p:sp>
    </p:spTree>
    <p:extLst>
      <p:ext uri="{BB962C8B-B14F-4D97-AF65-F5344CB8AC3E}">
        <p14:creationId xmlns:p14="http://schemas.microsoft.com/office/powerpoint/2010/main" val="161502917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21792" y="832104"/>
            <a:ext cx="3026664" cy="1975104"/>
          </a:xfrm>
          <a:prstGeom prst="rect">
            <a:avLst/>
          </a:prstGeom>
        </p:spPr>
        <p:txBody>
          <a:bodyPr vert="horz" lIns="91440" tIns="45720" rIns="91440" bIns="45720" rtlCol="0" anchor="t">
            <a:normAutofit/>
          </a:bodyPr>
          <a:lstStyle>
            <a:lvl1pPr>
              <a:defRPr lang="en-US" sz="2600"/>
            </a:lvl1pPr>
          </a:lstStyle>
          <a:p>
            <a:pPr lvl="0">
              <a:lnSpc>
                <a:spcPct val="120000"/>
              </a:lnSpc>
            </a:pPr>
            <a:r>
              <a:rPr lang="en-US"/>
              <a:t>Click to edit Master title style</a:t>
            </a:r>
          </a:p>
        </p:txBody>
      </p:sp>
      <p:sp>
        <p:nvSpPr>
          <p:cNvPr id="4" name="Picture Placeholder 3">
            <a:extLst>
              <a:ext uri="{FF2B5EF4-FFF2-40B4-BE49-F238E27FC236}">
                <a16:creationId xmlns:a16="http://schemas.microsoft.com/office/drawing/2014/main" id="{B62DDFA9-B759-66BE-7432-9BA3B78BA115}"/>
              </a:ext>
            </a:extLst>
          </p:cNvPr>
          <p:cNvSpPr>
            <a:spLocks noGrp="1"/>
          </p:cNvSpPr>
          <p:nvPr>
            <p:ph type="pic" sz="quarter" idx="15" hasCustomPrompt="1"/>
          </p:nvPr>
        </p:nvSpPr>
        <p:spPr>
          <a:xfrm>
            <a:off x="749808" y="3127248"/>
            <a:ext cx="2752344" cy="2971800"/>
          </a:xfrm>
          <a:prstGeom prst="rect">
            <a:avLst/>
          </a:prstGeom>
          <a:blipFill>
            <a:blip r:embed="rId2">
              <a:alphaModFix amt="70000"/>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187952" y="832104"/>
            <a:ext cx="7159752" cy="5266944"/>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p>
        </p:txBody>
      </p:sp>
      <p:sp>
        <p:nvSpPr>
          <p:cNvPr id="10" name="Footer Placeholder 9">
            <a:extLst>
              <a:ext uri="{FF2B5EF4-FFF2-40B4-BE49-F238E27FC236}">
                <a16:creationId xmlns:a16="http://schemas.microsoft.com/office/drawing/2014/main" id="{1132C641-BBC6-FDF1-6E07-A4ECB6F4E075}"/>
              </a:ext>
            </a:extLst>
          </p:cNvPr>
          <p:cNvSpPr>
            <a:spLocks noGrp="1"/>
          </p:cNvSpPr>
          <p:nvPr>
            <p:ph type="ftr" sz="quarter" idx="17"/>
          </p:nvPr>
        </p:nvSpPr>
        <p:spPr/>
        <p:txBody>
          <a:bodyPr/>
          <a:lstStyle/>
          <a:p>
            <a:pPr algn="r"/>
            <a:r>
              <a:rPr lang="en-US"/>
              <a:t>Sample Footer Text</a:t>
            </a:r>
          </a:p>
        </p:txBody>
      </p:sp>
      <p:sp>
        <p:nvSpPr>
          <p:cNvPr id="11" name="Slide Number Placeholder 10">
            <a:extLst>
              <a:ext uri="{FF2B5EF4-FFF2-40B4-BE49-F238E27FC236}">
                <a16:creationId xmlns:a16="http://schemas.microsoft.com/office/drawing/2014/main" id="{A269CA60-CDC8-6DFB-019E-C9EAC0FF936A}"/>
              </a:ext>
            </a:extLst>
          </p:cNvPr>
          <p:cNvSpPr>
            <a:spLocks noGrp="1"/>
          </p:cNvSpPr>
          <p:nvPr>
            <p:ph type="sldNum" sz="quarter" idx="18"/>
          </p:nvPr>
        </p:nvSpPr>
        <p:spPr/>
        <p:txBody>
          <a:bodyPr/>
          <a:lstStyle/>
          <a:p>
            <a:pPr algn="ctr"/>
            <a:fld id="{8D252C1B-CBF0-4A4D-8F57-7FB989103249}" type="slidenum">
              <a:rPr lang="en-US" smtClean="0"/>
              <a:pPr algn="ctr"/>
              <a:t>‹#›</a:t>
            </a:fld>
            <a:endParaRPr lang="en-US"/>
          </a:p>
        </p:txBody>
      </p:sp>
      <p:sp>
        <p:nvSpPr>
          <p:cNvPr id="9" name="Date Placeholder 8">
            <a:extLst>
              <a:ext uri="{FF2B5EF4-FFF2-40B4-BE49-F238E27FC236}">
                <a16:creationId xmlns:a16="http://schemas.microsoft.com/office/drawing/2014/main" id="{EA71B670-6276-528F-4109-EE99F8B6D502}"/>
              </a:ext>
            </a:extLst>
          </p:cNvPr>
          <p:cNvSpPr>
            <a:spLocks noGrp="1"/>
          </p:cNvSpPr>
          <p:nvPr>
            <p:ph type="dt" sz="half" idx="16"/>
          </p:nvPr>
        </p:nvSpPr>
        <p:spPr/>
        <p:txBody>
          <a:bodyPr/>
          <a:lstStyle/>
          <a:p>
            <a:fld id="{1995FD63-C051-4851-A820-8DDBF241CA60}" type="datetime4">
              <a:rPr lang="en-US" smtClean="0"/>
              <a:t>December 10, 2025</a:t>
            </a:fld>
            <a:endParaRPr lang="en-US"/>
          </a:p>
        </p:txBody>
      </p:sp>
    </p:spTree>
    <p:extLst>
      <p:ext uri="{BB962C8B-B14F-4D97-AF65-F5344CB8AC3E}">
        <p14:creationId xmlns:p14="http://schemas.microsoft.com/office/powerpoint/2010/main" val="123274501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Number Large">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6F16E8A-F858-76B7-7703-ABB82298AB22}"/>
              </a:ext>
            </a:extLst>
          </p:cNvPr>
          <p:cNvSpPr/>
          <p:nvPr/>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F0E65EC-69D1-FAC9-D6E5-6E8A2AB82A01}"/>
              </a:ext>
            </a:extLst>
          </p:cNvPr>
          <p:cNvSpPr>
            <a:spLocks noGrp="1"/>
          </p:cNvSpPr>
          <p:nvPr>
            <p:ph type="title"/>
          </p:nvPr>
        </p:nvSpPr>
        <p:spPr>
          <a:xfrm>
            <a:off x="2331720" y="4828032"/>
            <a:ext cx="7525512" cy="1545336"/>
          </a:xfrm>
        </p:spPr>
        <p:txBody>
          <a:bodyPr anchor="t">
            <a:normAutofit/>
          </a:bodyPr>
          <a:lstStyle>
            <a:lvl1pPr marL="0" algn="ctr">
              <a:lnSpc>
                <a:spcPct val="130000"/>
              </a:lnSpc>
              <a:spcBef>
                <a:spcPts val="0"/>
              </a:spcBef>
              <a:defRPr sz="2800" b="0" cap="none" spc="0" baseline="0">
                <a:solidFill>
                  <a:schemeClr val="tx1"/>
                </a:solidFill>
                <a:latin typeface="+mn-lt"/>
              </a:defRPr>
            </a:lvl1pPr>
          </a:lstStyle>
          <a:p>
            <a:r>
              <a:rPr lang="en-US"/>
              <a:t>Click to edit Master title style</a:t>
            </a:r>
          </a:p>
        </p:txBody>
      </p:sp>
      <p:sp>
        <p:nvSpPr>
          <p:cNvPr id="8" name="Content Placeholder 7">
            <a:extLst>
              <a:ext uri="{FF2B5EF4-FFF2-40B4-BE49-F238E27FC236}">
                <a16:creationId xmlns:a16="http://schemas.microsoft.com/office/drawing/2014/main" id="{E207DB61-BE6C-9AEA-49B9-291425132BD9}"/>
              </a:ext>
            </a:extLst>
          </p:cNvPr>
          <p:cNvSpPr>
            <a:spLocks noGrp="1"/>
          </p:cNvSpPr>
          <p:nvPr>
            <p:ph sz="quarter" idx="13" hasCustomPrompt="1"/>
          </p:nvPr>
        </p:nvSpPr>
        <p:spPr>
          <a:xfrm>
            <a:off x="822960" y="548640"/>
            <a:ext cx="10543032" cy="4114800"/>
          </a:xfrm>
        </p:spPr>
        <p:txBody>
          <a:bodyPr anchor="b">
            <a:normAutofit/>
          </a:bodyPr>
          <a:lstStyle>
            <a:lvl1pPr marL="0" indent="0" algn="ctr">
              <a:lnSpc>
                <a:spcPct val="120000"/>
              </a:lnSpc>
              <a:spcBef>
                <a:spcPts val="0"/>
              </a:spcBef>
              <a:buNone/>
              <a:defRPr sz="23200" b="1" spc="500" baseline="0">
                <a:solidFill>
                  <a:schemeClr val="tx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a:t>
            </a:r>
          </a:p>
        </p:txBody>
      </p:sp>
      <p:sp>
        <p:nvSpPr>
          <p:cNvPr id="3" name="Footer Placeholder 2">
            <a:extLst>
              <a:ext uri="{FF2B5EF4-FFF2-40B4-BE49-F238E27FC236}">
                <a16:creationId xmlns:a16="http://schemas.microsoft.com/office/drawing/2014/main" id="{47D970E4-89C7-FDD7-2F15-A6B821976CD9}"/>
              </a:ext>
            </a:extLst>
          </p:cNvPr>
          <p:cNvSpPr>
            <a:spLocks noGrp="1"/>
          </p:cNvSpPr>
          <p:nvPr>
            <p:ph type="ftr" sz="quarter" idx="10"/>
          </p:nvPr>
        </p:nvSpPr>
        <p:spPr/>
        <p:txBody>
          <a:bodyPr/>
          <a:lstStyle>
            <a:lvl1pPr>
              <a:defRPr>
                <a:solidFill>
                  <a:schemeClr val="tx1"/>
                </a:solidFill>
              </a:defRPr>
            </a:lvl1pPr>
          </a:lstStyle>
          <a:p>
            <a:r>
              <a:rPr lang="en-US"/>
              <a:t>Sample Footer Text</a:t>
            </a:r>
          </a:p>
        </p:txBody>
      </p:sp>
      <p:sp>
        <p:nvSpPr>
          <p:cNvPr id="4" name="Slide Number Placeholder 3">
            <a:extLst>
              <a:ext uri="{FF2B5EF4-FFF2-40B4-BE49-F238E27FC236}">
                <a16:creationId xmlns:a16="http://schemas.microsoft.com/office/drawing/2014/main" id="{E7721770-26D7-706F-0EDB-A445E203E012}"/>
              </a:ext>
            </a:extLst>
          </p:cNvPr>
          <p:cNvSpPr>
            <a:spLocks noGrp="1"/>
          </p:cNvSpPr>
          <p:nvPr>
            <p:ph type="sldNum" sz="quarter" idx="11"/>
          </p:nvPr>
        </p:nvSpPr>
        <p:spPr/>
        <p:txBody>
          <a:bodyPr/>
          <a:lstStyle>
            <a:lvl1pPr>
              <a:defRPr>
                <a:solidFill>
                  <a:schemeClr val="tx1"/>
                </a:solidFill>
              </a:defRPr>
            </a:lvl1pPr>
          </a:lstStyle>
          <a:p>
            <a:fld id="{8D252C1B-CBF0-4A4D-8F57-7FB989103249}" type="slidenum">
              <a:rPr lang="en-US" smtClean="0"/>
              <a:pPr/>
              <a:t>‹#›</a:t>
            </a:fld>
            <a:endParaRPr lang="en-US"/>
          </a:p>
        </p:txBody>
      </p:sp>
      <p:sp>
        <p:nvSpPr>
          <p:cNvPr id="5" name="Date Placeholder 4">
            <a:extLst>
              <a:ext uri="{FF2B5EF4-FFF2-40B4-BE49-F238E27FC236}">
                <a16:creationId xmlns:a16="http://schemas.microsoft.com/office/drawing/2014/main" id="{BC55A4EF-CED2-308E-B4C9-D9B9653D2AD1}"/>
              </a:ext>
            </a:extLst>
          </p:cNvPr>
          <p:cNvSpPr>
            <a:spLocks noGrp="1"/>
          </p:cNvSpPr>
          <p:nvPr>
            <p:ph type="dt" sz="half" idx="12"/>
          </p:nvPr>
        </p:nvSpPr>
        <p:spPr/>
        <p:txBody>
          <a:bodyPr/>
          <a:lstStyle>
            <a:lvl1pPr>
              <a:defRPr>
                <a:solidFill>
                  <a:schemeClr val="tx1"/>
                </a:solidFill>
              </a:defRPr>
            </a:lvl1pPr>
          </a:lstStyle>
          <a:p>
            <a:fld id="{B78997B2-9003-48CD-B83A-C903A0638E6F}" type="datetime4">
              <a:rPr lang="en-US" smtClean="0"/>
              <a:t>December 10, 2025</a:t>
            </a:fld>
            <a:endParaRPr lang="en-US"/>
          </a:p>
        </p:txBody>
      </p:sp>
    </p:spTree>
    <p:extLst>
      <p:ext uri="{BB962C8B-B14F-4D97-AF65-F5344CB8AC3E}">
        <p14:creationId xmlns:p14="http://schemas.microsoft.com/office/powerpoint/2010/main" val="2809540061"/>
      </p:ext>
    </p:extLst>
  </p:cSld>
  <p:clrMapOvr>
    <a:overrideClrMapping bg1="dk1" tx1="lt1" bg2="dk2" tx2="lt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Number Large 2">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043AE59-31BF-4CD0-B64D-488B187044AD}"/>
              </a:ext>
            </a:extLst>
          </p:cNvPr>
          <p:cNvSpPr/>
          <p:nvPr/>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4FEF9AB3-605A-C45F-3FFA-AEF6C0D87134}"/>
              </a:ext>
              <a:ext uri="{C183D7F6-B498-43B3-948B-1728B52AA6E4}">
                <adec:decorative xmlns:adec="http://schemas.microsoft.com/office/drawing/2017/decorative" val="1"/>
              </a:ext>
            </a:extLst>
          </p:cNvPr>
          <p:cNvSpPr/>
          <p:nvPr/>
        </p:nvSpPr>
        <p:spPr>
          <a:xfrm>
            <a:off x="829587" y="753291"/>
            <a:ext cx="5356272" cy="5356272"/>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7640B12-A59E-654A-6E7E-8CBC32CC5C12}"/>
              </a:ext>
            </a:extLst>
          </p:cNvPr>
          <p:cNvSpPr>
            <a:spLocks noGrp="1"/>
          </p:cNvSpPr>
          <p:nvPr>
            <p:ph type="title"/>
          </p:nvPr>
        </p:nvSpPr>
        <p:spPr>
          <a:xfrm>
            <a:off x="7132320" y="1481328"/>
            <a:ext cx="3977640" cy="3886200"/>
          </a:xfrm>
        </p:spPr>
        <p:txBody>
          <a:bodyPr anchor="ctr"/>
          <a:lstStyle>
            <a:lvl1pPr algn="ctr">
              <a:spcBef>
                <a:spcPts val="1000"/>
              </a:spcBef>
              <a:defRPr b="0" cap="none" spc="0" baseline="0">
                <a:solidFill>
                  <a:schemeClr val="tx1"/>
                </a:solidFill>
                <a:latin typeface="+mn-lt"/>
              </a:defRPr>
            </a:lvl1pPr>
          </a:lstStyle>
          <a:p>
            <a:r>
              <a:rPr lang="en-US"/>
              <a:t>Click to edit Master title style</a:t>
            </a:r>
          </a:p>
        </p:txBody>
      </p:sp>
      <p:sp>
        <p:nvSpPr>
          <p:cNvPr id="7" name="Content Placeholder 6">
            <a:extLst>
              <a:ext uri="{FF2B5EF4-FFF2-40B4-BE49-F238E27FC236}">
                <a16:creationId xmlns:a16="http://schemas.microsoft.com/office/drawing/2014/main" id="{8AA62E67-6EFE-A657-9851-29A1E17F2C61}"/>
              </a:ext>
            </a:extLst>
          </p:cNvPr>
          <p:cNvSpPr>
            <a:spLocks noGrp="1"/>
          </p:cNvSpPr>
          <p:nvPr>
            <p:ph sz="quarter" idx="13" hasCustomPrompt="1"/>
          </p:nvPr>
        </p:nvSpPr>
        <p:spPr>
          <a:xfrm>
            <a:off x="1005840" y="1399032"/>
            <a:ext cx="5029200" cy="3886200"/>
          </a:xfrm>
        </p:spPr>
        <p:txBody>
          <a:bodyPr anchor="ctr">
            <a:normAutofit/>
          </a:bodyPr>
          <a:lstStyle>
            <a:lvl1pPr marL="0" indent="0" algn="ctr">
              <a:lnSpc>
                <a:spcPct val="120000"/>
              </a:lnSpc>
              <a:spcBef>
                <a:spcPts val="0"/>
              </a:spcBef>
              <a:buNone/>
              <a:defRPr sz="16500" b="1" spc="500" baseline="0">
                <a:solidFill>
                  <a:schemeClr val="bg1"/>
                </a:solidFill>
                <a:latin typeface="+mj-lt"/>
              </a:defRPr>
            </a:lvl1pPr>
            <a:lvl2pPr marL="228600" indent="0">
              <a:buNone/>
              <a:defRPr/>
            </a:lvl2pPr>
          </a:lstStyle>
          <a:p>
            <a:pPr lvl="0"/>
            <a:r>
              <a:rPr lang="en-US"/>
              <a:t>##%</a:t>
            </a:r>
          </a:p>
        </p:txBody>
      </p:sp>
      <p:sp>
        <p:nvSpPr>
          <p:cNvPr id="3" name="Footer Placeholder 2">
            <a:extLst>
              <a:ext uri="{FF2B5EF4-FFF2-40B4-BE49-F238E27FC236}">
                <a16:creationId xmlns:a16="http://schemas.microsoft.com/office/drawing/2014/main" id="{980B5812-D54A-2810-00A5-4B3384EA458C}"/>
              </a:ext>
            </a:extLst>
          </p:cNvPr>
          <p:cNvSpPr>
            <a:spLocks noGrp="1"/>
          </p:cNvSpPr>
          <p:nvPr>
            <p:ph type="ftr" sz="quarter" idx="10"/>
          </p:nvPr>
        </p:nvSpPr>
        <p:spPr/>
        <p:txBody>
          <a:bodyPr/>
          <a:lstStyle>
            <a:lvl1pPr>
              <a:defRPr>
                <a:solidFill>
                  <a:schemeClr val="tx1"/>
                </a:solidFill>
              </a:defRPr>
            </a:lvl1pPr>
          </a:lstStyle>
          <a:p>
            <a:r>
              <a:rPr lang="en-US"/>
              <a:t>Sample Footer Text</a:t>
            </a:r>
          </a:p>
        </p:txBody>
      </p:sp>
      <p:sp>
        <p:nvSpPr>
          <p:cNvPr id="4" name="Slide Number Placeholder 3">
            <a:extLst>
              <a:ext uri="{FF2B5EF4-FFF2-40B4-BE49-F238E27FC236}">
                <a16:creationId xmlns:a16="http://schemas.microsoft.com/office/drawing/2014/main" id="{FC0F3867-F89A-4A63-8E1F-30A9D8443513}"/>
              </a:ext>
            </a:extLst>
          </p:cNvPr>
          <p:cNvSpPr>
            <a:spLocks noGrp="1"/>
          </p:cNvSpPr>
          <p:nvPr>
            <p:ph type="sldNum" sz="quarter" idx="11"/>
          </p:nvPr>
        </p:nvSpPr>
        <p:spPr/>
        <p:txBody>
          <a:bodyPr/>
          <a:lstStyle>
            <a:lvl1pPr>
              <a:defRPr>
                <a:solidFill>
                  <a:schemeClr val="tx1"/>
                </a:solidFill>
              </a:defRPr>
            </a:lvl1pPr>
          </a:lstStyle>
          <a:p>
            <a:fld id="{8D252C1B-CBF0-4A4D-8F57-7FB989103249}" type="slidenum">
              <a:rPr lang="en-US" smtClean="0"/>
              <a:pPr/>
              <a:t>‹#›</a:t>
            </a:fld>
            <a:endParaRPr lang="en-US"/>
          </a:p>
        </p:txBody>
      </p:sp>
      <p:sp>
        <p:nvSpPr>
          <p:cNvPr id="5" name="Date Placeholder 4">
            <a:extLst>
              <a:ext uri="{FF2B5EF4-FFF2-40B4-BE49-F238E27FC236}">
                <a16:creationId xmlns:a16="http://schemas.microsoft.com/office/drawing/2014/main" id="{AAA9ED1A-DC2B-ED35-A437-746FE2AE3EFA}"/>
              </a:ext>
            </a:extLst>
          </p:cNvPr>
          <p:cNvSpPr>
            <a:spLocks noGrp="1"/>
          </p:cNvSpPr>
          <p:nvPr>
            <p:ph type="dt" sz="half" idx="12"/>
          </p:nvPr>
        </p:nvSpPr>
        <p:spPr/>
        <p:txBody>
          <a:bodyPr/>
          <a:lstStyle>
            <a:lvl1pPr>
              <a:defRPr>
                <a:solidFill>
                  <a:schemeClr val="tx1"/>
                </a:solidFill>
              </a:defRPr>
            </a:lvl1pPr>
          </a:lstStyle>
          <a:p>
            <a:fld id="{E231C0BD-AF59-4F1B-B4C9-58747A5032BD}" type="datetime4">
              <a:rPr lang="en-US" smtClean="0"/>
              <a:t>December 10, 2025</a:t>
            </a:fld>
            <a:endParaRPr lang="en-US"/>
          </a:p>
        </p:txBody>
      </p:sp>
    </p:spTree>
    <p:extLst>
      <p:ext uri="{BB962C8B-B14F-4D97-AF65-F5344CB8AC3E}">
        <p14:creationId xmlns:p14="http://schemas.microsoft.com/office/powerpoint/2010/main" val="269654719"/>
      </p:ext>
    </p:extLst>
  </p:cSld>
  <p:clrMapOvr>
    <a:overrideClrMapping bg1="dk1" tx1="lt1" bg2="dk2" tx2="lt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Number Larg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941F36-A966-D880-C890-0B3EA3C978B6}"/>
              </a:ext>
            </a:extLst>
          </p:cNvPr>
          <p:cNvSpPr>
            <a:spLocks noGrp="1"/>
          </p:cNvSpPr>
          <p:nvPr>
            <p:ph type="title"/>
          </p:nvPr>
        </p:nvSpPr>
        <p:spPr>
          <a:xfrm>
            <a:off x="621792" y="5157216"/>
            <a:ext cx="6931152" cy="1353312"/>
          </a:xfrm>
        </p:spPr>
        <p:txBody>
          <a:bodyPr vert="horz" lIns="91440" tIns="45720" rIns="91440" bIns="45720" rtlCol="0" anchor="ctr">
            <a:normAutofit/>
          </a:bodyPr>
          <a:lstStyle>
            <a:lvl1pPr>
              <a:defRPr lang="en-US" b="0" cap="none" spc="0" baseline="0" dirty="0">
                <a:latin typeface="+mn-lt"/>
              </a:defRPr>
            </a:lvl1pPr>
          </a:lstStyle>
          <a:p>
            <a:pPr lvl="0"/>
            <a:r>
              <a:rPr lang="en-US"/>
              <a:t>Click to edit Master title style</a:t>
            </a:r>
          </a:p>
        </p:txBody>
      </p:sp>
      <p:sp>
        <p:nvSpPr>
          <p:cNvPr id="7" name="Content Placeholder 6">
            <a:extLst>
              <a:ext uri="{FF2B5EF4-FFF2-40B4-BE49-F238E27FC236}">
                <a16:creationId xmlns:a16="http://schemas.microsoft.com/office/drawing/2014/main" id="{5B8CC9FE-E9AE-82C9-1D49-0568AE22C3A3}"/>
              </a:ext>
            </a:extLst>
          </p:cNvPr>
          <p:cNvSpPr>
            <a:spLocks noGrp="1"/>
          </p:cNvSpPr>
          <p:nvPr>
            <p:ph sz="quarter" idx="13" hasCustomPrompt="1"/>
          </p:nvPr>
        </p:nvSpPr>
        <p:spPr>
          <a:xfrm>
            <a:off x="621792" y="603504"/>
            <a:ext cx="10716768" cy="4206240"/>
          </a:xfrm>
        </p:spPr>
        <p:txBody>
          <a:bodyPr vert="horz" lIns="91440" tIns="45720" rIns="91440" bIns="45720" rtlCol="0" anchor="ctr">
            <a:normAutofit/>
          </a:bodyPr>
          <a:lstStyle>
            <a:lvl1pPr marL="0" indent="0">
              <a:lnSpc>
                <a:spcPct val="120000"/>
              </a:lnSpc>
              <a:spcBef>
                <a:spcPts val="0"/>
              </a:spcBef>
              <a:buNone/>
              <a:defRPr lang="en-US" sz="39000" b="1" spc="500" baseline="0" dirty="0">
                <a:latin typeface="+mj-lt"/>
              </a:defRPr>
            </a:lvl1pPr>
          </a:lstStyle>
          <a:p>
            <a:pPr lvl="0"/>
            <a:r>
              <a:rPr lang="en-US"/>
              <a:t>##%</a:t>
            </a:r>
          </a:p>
        </p:txBody>
      </p:sp>
      <p:sp>
        <p:nvSpPr>
          <p:cNvPr id="3" name="Footer Placeholder 2">
            <a:extLst>
              <a:ext uri="{FF2B5EF4-FFF2-40B4-BE49-F238E27FC236}">
                <a16:creationId xmlns:a16="http://schemas.microsoft.com/office/drawing/2014/main" id="{29FA889A-0E94-96F7-790B-F7EF9DDB147D}"/>
              </a:ext>
            </a:extLst>
          </p:cNvPr>
          <p:cNvSpPr>
            <a:spLocks noGrp="1"/>
          </p:cNvSpPr>
          <p:nvPr>
            <p:ph type="ftr" sz="quarter" idx="10"/>
          </p:nvPr>
        </p:nvSpPr>
        <p:spPr/>
        <p:txBody>
          <a:bodyPr/>
          <a:lstStyle/>
          <a:p>
            <a:pPr algn="r"/>
            <a:r>
              <a:rPr lang="en-US"/>
              <a:t>Sample Footer Text</a:t>
            </a:r>
          </a:p>
        </p:txBody>
      </p:sp>
      <p:sp>
        <p:nvSpPr>
          <p:cNvPr id="4" name="Slide Number Placeholder 3">
            <a:extLst>
              <a:ext uri="{FF2B5EF4-FFF2-40B4-BE49-F238E27FC236}">
                <a16:creationId xmlns:a16="http://schemas.microsoft.com/office/drawing/2014/main" id="{2E4FEE4D-78A2-B098-B481-6CC916DC93AF}"/>
              </a:ext>
            </a:extLst>
          </p:cNvPr>
          <p:cNvSpPr>
            <a:spLocks noGrp="1"/>
          </p:cNvSpPr>
          <p:nvPr>
            <p:ph type="sldNum" sz="quarter" idx="11"/>
          </p:nvPr>
        </p:nvSpPr>
        <p:spPr/>
        <p:txBody>
          <a:bodyPr/>
          <a:lstStyle/>
          <a:p>
            <a:pPr algn="ctr"/>
            <a:fld id="{8D252C1B-CBF0-4A4D-8F57-7FB989103249}" type="slidenum">
              <a:rPr lang="en-US" smtClean="0"/>
              <a:pPr algn="ctr"/>
              <a:t>‹#›</a:t>
            </a:fld>
            <a:endParaRPr lang="en-US"/>
          </a:p>
        </p:txBody>
      </p:sp>
      <p:sp>
        <p:nvSpPr>
          <p:cNvPr id="5" name="Date Placeholder 4">
            <a:extLst>
              <a:ext uri="{FF2B5EF4-FFF2-40B4-BE49-F238E27FC236}">
                <a16:creationId xmlns:a16="http://schemas.microsoft.com/office/drawing/2014/main" id="{625CB889-1611-4735-09D2-89114FF81E80}"/>
              </a:ext>
            </a:extLst>
          </p:cNvPr>
          <p:cNvSpPr>
            <a:spLocks noGrp="1"/>
          </p:cNvSpPr>
          <p:nvPr>
            <p:ph type="dt" sz="half" idx="12"/>
          </p:nvPr>
        </p:nvSpPr>
        <p:spPr/>
        <p:txBody>
          <a:bodyPr/>
          <a:lstStyle/>
          <a:p>
            <a:fld id="{116C72B1-0A2D-429D-B2B1-BF5B377D1D89}" type="datetime4">
              <a:rPr lang="en-US" smtClean="0"/>
              <a:t>December 10, 2025</a:t>
            </a:fld>
            <a:endParaRPr lang="en-US"/>
          </a:p>
        </p:txBody>
      </p:sp>
    </p:spTree>
    <p:extLst>
      <p:ext uri="{BB962C8B-B14F-4D97-AF65-F5344CB8AC3E}">
        <p14:creationId xmlns:p14="http://schemas.microsoft.com/office/powerpoint/2010/main" val="61228428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a:prstGeom prst="rect">
            <a:avLst/>
          </a:prstGeo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630936"/>
            <a:ext cx="8823960" cy="5605272"/>
          </a:xfrm>
          <a:prstGeom prst="rect">
            <a:avLst/>
          </a:prstGeom>
        </p:spPr>
        <p:txBody>
          <a:bodyPr anchor="ctr">
            <a:normAutofit/>
          </a:bodyPr>
          <a:lstStyle>
            <a:lvl1pPr marL="0" indent="0">
              <a:lnSpc>
                <a:spcPct val="100000"/>
              </a:lnSpc>
              <a:buNone/>
              <a:defRPr sz="6600" b="1">
                <a:latin typeface="+mj-lt"/>
              </a:defRPr>
            </a:lvl1pPr>
            <a:lvl2pPr marL="228600" indent="0">
              <a:lnSpc>
                <a:spcPct val="100000"/>
              </a:lnSpc>
              <a:buNone/>
              <a:defRPr sz="6000" b="1">
                <a:latin typeface="+mj-lt"/>
              </a:defRPr>
            </a:lvl2pPr>
            <a:lvl3pPr marL="457200" indent="0">
              <a:lnSpc>
                <a:spcPct val="100000"/>
              </a:lnSpc>
              <a:buNone/>
              <a:defRPr sz="5400" b="1">
                <a:latin typeface="+mj-lt"/>
              </a:defRPr>
            </a:lvl3pPr>
            <a:lvl4pPr marL="685800" indent="0">
              <a:lnSpc>
                <a:spcPct val="100000"/>
              </a:lnSpc>
              <a:buNone/>
              <a:defRPr sz="4800" b="1">
                <a:latin typeface="+mj-lt"/>
              </a:defRPr>
            </a:lvl4pPr>
            <a:lvl5pPr marL="914400" indent="0">
              <a:lnSpc>
                <a:spcPct val="100000"/>
              </a:lnSpc>
              <a:buNone/>
              <a:defRPr sz="4400" b="1">
                <a:latin typeface="+mj-lt"/>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C238DD6E-BA45-325F-FC98-6AB079993A27}"/>
              </a:ext>
            </a:extLst>
          </p:cNvPr>
          <p:cNvSpPr>
            <a:spLocks noGrp="1"/>
          </p:cNvSpPr>
          <p:nvPr>
            <p:ph type="ftr" sz="quarter" idx="15"/>
          </p:nvPr>
        </p:nvSpPr>
        <p:spPr/>
        <p:txBody>
          <a:bodyPr/>
          <a:lstStyle/>
          <a:p>
            <a:pPr algn="r"/>
            <a:r>
              <a:rPr lang="en-US"/>
              <a:t>Sample Footer Text</a:t>
            </a:r>
          </a:p>
        </p:txBody>
      </p:sp>
      <p:sp>
        <p:nvSpPr>
          <p:cNvPr id="9" name="Slide Number Placeholder 8">
            <a:extLst>
              <a:ext uri="{FF2B5EF4-FFF2-40B4-BE49-F238E27FC236}">
                <a16:creationId xmlns:a16="http://schemas.microsoft.com/office/drawing/2014/main" id="{84561359-17E3-A6CE-455E-CE886396C407}"/>
              </a:ext>
            </a:extLst>
          </p:cNvPr>
          <p:cNvSpPr>
            <a:spLocks noGrp="1"/>
          </p:cNvSpPr>
          <p:nvPr>
            <p:ph type="sldNum" sz="quarter" idx="16"/>
          </p:nvPr>
        </p:nvSpPr>
        <p:spPr/>
        <p:txBody>
          <a:bodyPr/>
          <a:lstStyle/>
          <a:p>
            <a:pPr algn="ctr"/>
            <a:fld id="{8D252C1B-CBF0-4A4D-8F57-7FB989103249}" type="slidenum">
              <a:rPr lang="en-US" smtClean="0"/>
              <a:pPr algn="ctr"/>
              <a:t>‹#›</a:t>
            </a:fld>
            <a:endParaRPr lang="en-US"/>
          </a:p>
        </p:txBody>
      </p:sp>
      <p:sp>
        <p:nvSpPr>
          <p:cNvPr id="6" name="Date Placeholder 5">
            <a:extLst>
              <a:ext uri="{FF2B5EF4-FFF2-40B4-BE49-F238E27FC236}">
                <a16:creationId xmlns:a16="http://schemas.microsoft.com/office/drawing/2014/main" id="{3B755257-CD66-9127-946E-3A75867E9B50}"/>
              </a:ext>
            </a:extLst>
          </p:cNvPr>
          <p:cNvSpPr>
            <a:spLocks noGrp="1"/>
          </p:cNvSpPr>
          <p:nvPr>
            <p:ph type="dt" sz="half" idx="14"/>
          </p:nvPr>
        </p:nvSpPr>
        <p:spPr/>
        <p:txBody>
          <a:bodyPr/>
          <a:lstStyle/>
          <a:p>
            <a:fld id="{F4CD7DA1-433E-4F42-9B26-CF2D550CE4CE}" type="datetime4">
              <a:rPr lang="en-US" smtClean="0"/>
              <a:t>December 10, 2025</a:t>
            </a:fld>
            <a:endParaRPr lang="en-US"/>
          </a:p>
        </p:txBody>
      </p:sp>
    </p:spTree>
    <p:extLst>
      <p:ext uri="{BB962C8B-B14F-4D97-AF65-F5344CB8AC3E}">
        <p14:creationId xmlns:p14="http://schemas.microsoft.com/office/powerpoint/2010/main" val="217422574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Statement 2">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CDCB91B-F7AB-C799-1090-5C309D0D60A3}"/>
              </a:ext>
            </a:extLst>
          </p:cNvPr>
          <p:cNvSpPr/>
          <p:nvPr/>
        </p:nvSpPr>
        <p:spPr>
          <a:xfrm>
            <a:off x="0" y="0"/>
            <a:ext cx="12192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D52DDDF4-404D-D47E-DF36-45AD969EF656}"/>
              </a:ext>
              <a:ext uri="{C183D7F6-B498-43B3-948B-1728B52AA6E4}">
                <adec:decorative xmlns:adec="http://schemas.microsoft.com/office/drawing/2017/decorative" val="1"/>
              </a:ext>
            </a:extLst>
          </p:cNvPr>
          <p:cNvSpPr/>
          <p:nvPr/>
        </p:nvSpPr>
        <p:spPr>
          <a:xfrm>
            <a:off x="762000" y="762000"/>
            <a:ext cx="10668000" cy="5334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a:prstGeom prst="rect">
            <a:avLst/>
          </a:prstGeo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345996" y="1243585"/>
            <a:ext cx="9363456" cy="4352544"/>
          </a:xfrm>
          <a:prstGeom prst="rect">
            <a:avLst/>
          </a:prstGeom>
        </p:spPr>
        <p:txBody>
          <a:bodyPr anchor="b">
            <a:normAutofit/>
          </a:bodyPr>
          <a:lstStyle>
            <a:lvl1pPr marL="0" indent="0">
              <a:lnSpc>
                <a:spcPct val="100000"/>
              </a:lnSpc>
              <a:buNone/>
              <a:defRPr sz="5400" b="1">
                <a:solidFill>
                  <a:schemeClr val="tx1"/>
                </a:solidFill>
                <a:latin typeface="+mj-lt"/>
              </a:defRPr>
            </a:lvl1pPr>
            <a:lvl2pPr marL="228600" indent="0">
              <a:lnSpc>
                <a:spcPct val="100000"/>
              </a:lnSpc>
              <a:buNone/>
              <a:defRPr sz="4800" b="1">
                <a:solidFill>
                  <a:schemeClr val="tx1"/>
                </a:solidFill>
                <a:latin typeface="+mj-lt"/>
              </a:defRPr>
            </a:lvl2pPr>
            <a:lvl3pPr marL="457200" indent="0">
              <a:lnSpc>
                <a:spcPct val="100000"/>
              </a:lnSpc>
              <a:buNone/>
              <a:defRPr sz="4400" b="1">
                <a:solidFill>
                  <a:schemeClr val="tx1"/>
                </a:solidFill>
                <a:latin typeface="+mj-lt"/>
              </a:defRPr>
            </a:lvl3pPr>
            <a:lvl4pPr marL="685800" indent="0">
              <a:lnSpc>
                <a:spcPct val="100000"/>
              </a:lnSpc>
              <a:buNone/>
              <a:defRPr sz="4000" b="1">
                <a:solidFill>
                  <a:schemeClr val="tx1"/>
                </a:solidFill>
                <a:latin typeface="+mj-lt"/>
              </a:defRPr>
            </a:lvl4pPr>
            <a:lvl5pPr marL="914400" indent="0">
              <a:lnSpc>
                <a:spcPct val="100000"/>
              </a:lnSpc>
              <a:buNone/>
              <a:defRPr sz="3600" b="1">
                <a:solidFill>
                  <a:schemeClr val="tx1"/>
                </a:solidFill>
                <a:latin typeface="+mj-lt"/>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7BF4B512-F99C-D9B7-72D2-817D72EBA2DB}"/>
              </a:ext>
            </a:extLst>
          </p:cNvPr>
          <p:cNvSpPr>
            <a:spLocks noGrp="1"/>
          </p:cNvSpPr>
          <p:nvPr>
            <p:ph type="ftr" sz="quarter" idx="15"/>
          </p:nvPr>
        </p:nvSpPr>
        <p:spPr/>
        <p:txBody>
          <a:bodyPr/>
          <a:lstStyle>
            <a:lvl1pPr>
              <a:defRPr>
                <a:solidFill>
                  <a:schemeClr val="bg1"/>
                </a:solidFill>
              </a:defRPr>
            </a:lvl1pPr>
          </a:lstStyle>
          <a:p>
            <a:r>
              <a:rPr lang="en-US"/>
              <a:t>Sample Footer Text</a:t>
            </a:r>
          </a:p>
        </p:txBody>
      </p:sp>
      <p:sp>
        <p:nvSpPr>
          <p:cNvPr id="10" name="Slide Number Placeholder 9">
            <a:extLst>
              <a:ext uri="{FF2B5EF4-FFF2-40B4-BE49-F238E27FC236}">
                <a16:creationId xmlns:a16="http://schemas.microsoft.com/office/drawing/2014/main" id="{63845CAD-AC7C-64D8-6E51-EE79214F6F82}"/>
              </a:ext>
            </a:extLst>
          </p:cNvPr>
          <p:cNvSpPr>
            <a:spLocks noGrp="1"/>
          </p:cNvSpPr>
          <p:nvPr>
            <p:ph type="sldNum" sz="quarter" idx="16"/>
          </p:nvPr>
        </p:nvSpPr>
        <p:spPr/>
        <p:txBody>
          <a:bodyPr/>
          <a:lstStyle>
            <a:lvl1pPr>
              <a:defRPr>
                <a:solidFill>
                  <a:schemeClr val="bg1"/>
                </a:solidFill>
              </a:defRPr>
            </a:lvl1pPr>
          </a:lstStyle>
          <a:p>
            <a:fld id="{8D252C1B-CBF0-4A4D-8F57-7FB989103249}" type="slidenum">
              <a:rPr lang="en-US" smtClean="0"/>
              <a:pPr/>
              <a:t>‹#›</a:t>
            </a:fld>
            <a:endParaRPr lang="en-US"/>
          </a:p>
        </p:txBody>
      </p:sp>
      <p:sp>
        <p:nvSpPr>
          <p:cNvPr id="8" name="Date Placeholder 7">
            <a:extLst>
              <a:ext uri="{FF2B5EF4-FFF2-40B4-BE49-F238E27FC236}">
                <a16:creationId xmlns:a16="http://schemas.microsoft.com/office/drawing/2014/main" id="{C50EBA60-CA19-124A-5E9C-A6B0920F6C60}"/>
              </a:ext>
            </a:extLst>
          </p:cNvPr>
          <p:cNvSpPr>
            <a:spLocks noGrp="1"/>
          </p:cNvSpPr>
          <p:nvPr>
            <p:ph type="dt" sz="half" idx="14"/>
          </p:nvPr>
        </p:nvSpPr>
        <p:spPr/>
        <p:txBody>
          <a:bodyPr/>
          <a:lstStyle>
            <a:lvl1pPr>
              <a:defRPr>
                <a:solidFill>
                  <a:schemeClr val="bg1"/>
                </a:solidFill>
              </a:defRPr>
            </a:lvl1pPr>
          </a:lstStyle>
          <a:p>
            <a:fld id="{83AB15FE-21A4-45E6-A659-0B78C0AFE145}" type="datetime4">
              <a:rPr lang="en-US" smtClean="0"/>
              <a:t>December 10, 2025</a:t>
            </a:fld>
            <a:endParaRPr lang="en-US"/>
          </a:p>
        </p:txBody>
      </p:sp>
    </p:spTree>
    <p:extLst>
      <p:ext uri="{BB962C8B-B14F-4D97-AF65-F5344CB8AC3E}">
        <p14:creationId xmlns:p14="http://schemas.microsoft.com/office/powerpoint/2010/main" val="547053885"/>
      </p:ext>
    </p:extLst>
  </p:cSld>
  <p:clrMapOvr>
    <a:overrideClrMapping bg1="dk1" tx1="lt1" bg2="dk2" tx2="lt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Statement 3">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8E9CBC3-FB2F-021E-EC50-10053B0965CA}"/>
              </a:ext>
            </a:extLst>
          </p:cNvPr>
          <p:cNvSpPr/>
          <p:nvPr/>
        </p:nvSpPr>
        <p:spPr>
          <a:xfrm>
            <a:off x="0" y="0"/>
            <a:ext cx="12192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8537E67D-6FAD-0A99-C787-882ED71E23B1}"/>
              </a:ext>
              <a:ext uri="{C183D7F6-B498-43B3-948B-1728B52AA6E4}">
                <adec:decorative xmlns:adec="http://schemas.microsoft.com/office/drawing/2017/decorative" val="1"/>
              </a:ext>
            </a:extLst>
          </p:cNvPr>
          <p:cNvSpPr/>
          <p:nvPr/>
        </p:nvSpPr>
        <p:spPr>
          <a:xfrm>
            <a:off x="762000" y="762000"/>
            <a:ext cx="10668000" cy="5334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a:prstGeom prst="rect">
            <a:avLst/>
          </a:prstGeo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678305" y="1725930"/>
            <a:ext cx="8835390" cy="3406140"/>
          </a:xfrm>
          <a:prstGeom prst="rect">
            <a:avLst/>
          </a:prstGeom>
        </p:spPr>
        <p:txBody>
          <a:bodyPr anchor="ctr">
            <a:normAutofit/>
          </a:bodyPr>
          <a:lstStyle>
            <a:lvl1pPr marL="0" indent="0" algn="ctr">
              <a:lnSpc>
                <a:spcPct val="120000"/>
              </a:lnSpc>
              <a:buNone/>
              <a:defRPr sz="2800" b="1" cap="all" spc="400" baseline="0">
                <a:solidFill>
                  <a:schemeClr val="tx1"/>
                </a:solidFill>
                <a:latin typeface="+mj-lt"/>
              </a:defRPr>
            </a:lvl1pPr>
            <a:lvl2pPr marL="228600" indent="0" algn="ctr">
              <a:lnSpc>
                <a:spcPct val="120000"/>
              </a:lnSpc>
              <a:buNone/>
              <a:defRPr sz="2400" b="1" cap="all" spc="400" baseline="0">
                <a:solidFill>
                  <a:schemeClr val="tx1"/>
                </a:solidFill>
                <a:latin typeface="+mj-lt"/>
              </a:defRPr>
            </a:lvl2pPr>
            <a:lvl3pPr marL="457200" indent="0" algn="ctr">
              <a:lnSpc>
                <a:spcPct val="120000"/>
              </a:lnSpc>
              <a:buNone/>
              <a:defRPr sz="2000" b="1" cap="all" spc="400" baseline="0">
                <a:solidFill>
                  <a:schemeClr val="tx1"/>
                </a:solidFill>
                <a:latin typeface="+mj-lt"/>
              </a:defRPr>
            </a:lvl3pPr>
            <a:lvl4pPr marL="685800" indent="0" algn="ctr">
              <a:lnSpc>
                <a:spcPct val="120000"/>
              </a:lnSpc>
              <a:buNone/>
              <a:defRPr sz="1800" b="1" cap="all" spc="400" baseline="0">
                <a:solidFill>
                  <a:schemeClr val="tx1"/>
                </a:solidFill>
                <a:latin typeface="+mj-lt"/>
              </a:defRPr>
            </a:lvl4pPr>
            <a:lvl5pPr marL="914400" indent="0" algn="ctr">
              <a:lnSpc>
                <a:spcPct val="120000"/>
              </a:lnSpc>
              <a:buNone/>
              <a:defRPr sz="1600" b="1" cap="all" spc="400" baseline="0">
                <a:solidFill>
                  <a:schemeClr val="tx1"/>
                </a:solidFill>
                <a:latin typeface="+mj-lt"/>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33DE137C-5ECC-1E5D-1B32-66980AF57C90}"/>
              </a:ext>
            </a:extLst>
          </p:cNvPr>
          <p:cNvSpPr>
            <a:spLocks noGrp="1"/>
          </p:cNvSpPr>
          <p:nvPr>
            <p:ph type="ftr" sz="quarter" idx="15"/>
          </p:nvPr>
        </p:nvSpPr>
        <p:spPr/>
        <p:txBody>
          <a:bodyPr/>
          <a:lstStyle>
            <a:lvl1pPr>
              <a:defRPr>
                <a:solidFill>
                  <a:schemeClr val="bg1"/>
                </a:solidFill>
              </a:defRPr>
            </a:lvl1pPr>
          </a:lstStyle>
          <a:p>
            <a:r>
              <a:rPr lang="en-US"/>
              <a:t>Sample Footer Text</a:t>
            </a:r>
          </a:p>
        </p:txBody>
      </p:sp>
      <p:sp>
        <p:nvSpPr>
          <p:cNvPr id="6" name="Slide Number Placeholder 5">
            <a:extLst>
              <a:ext uri="{FF2B5EF4-FFF2-40B4-BE49-F238E27FC236}">
                <a16:creationId xmlns:a16="http://schemas.microsoft.com/office/drawing/2014/main" id="{F449DE64-06FD-C076-B922-72AA597784C2}"/>
              </a:ext>
            </a:extLst>
          </p:cNvPr>
          <p:cNvSpPr>
            <a:spLocks noGrp="1"/>
          </p:cNvSpPr>
          <p:nvPr>
            <p:ph type="sldNum" sz="quarter" idx="16"/>
          </p:nvPr>
        </p:nvSpPr>
        <p:spPr/>
        <p:txBody>
          <a:bodyPr/>
          <a:lstStyle>
            <a:lvl1pPr>
              <a:defRPr>
                <a:solidFill>
                  <a:schemeClr val="bg1"/>
                </a:solidFill>
              </a:defRPr>
            </a:lvl1pPr>
          </a:lstStyle>
          <a:p>
            <a:fld id="{8D252C1B-CBF0-4A4D-8F57-7FB989103249}" type="slidenum">
              <a:rPr lang="en-US" smtClean="0"/>
              <a:pPr/>
              <a:t>‹#›</a:t>
            </a:fld>
            <a:endParaRPr lang="en-US"/>
          </a:p>
        </p:txBody>
      </p:sp>
      <p:sp>
        <p:nvSpPr>
          <p:cNvPr id="4" name="Date Placeholder 3">
            <a:extLst>
              <a:ext uri="{FF2B5EF4-FFF2-40B4-BE49-F238E27FC236}">
                <a16:creationId xmlns:a16="http://schemas.microsoft.com/office/drawing/2014/main" id="{9B256F58-A38D-4FF6-B9F8-7CB586DD10DF}"/>
              </a:ext>
            </a:extLst>
          </p:cNvPr>
          <p:cNvSpPr>
            <a:spLocks noGrp="1"/>
          </p:cNvSpPr>
          <p:nvPr>
            <p:ph type="dt" sz="half" idx="14"/>
          </p:nvPr>
        </p:nvSpPr>
        <p:spPr/>
        <p:txBody>
          <a:bodyPr/>
          <a:lstStyle>
            <a:lvl1pPr>
              <a:defRPr>
                <a:solidFill>
                  <a:schemeClr val="bg1"/>
                </a:solidFill>
              </a:defRPr>
            </a:lvl1pPr>
          </a:lstStyle>
          <a:p>
            <a:fld id="{6278CC93-B0F3-4283-8974-85855996F404}" type="datetime4">
              <a:rPr lang="en-US" smtClean="0"/>
              <a:t>December 10, 2025</a:t>
            </a:fld>
            <a:endParaRPr lang="en-US"/>
          </a:p>
        </p:txBody>
      </p:sp>
    </p:spTree>
    <p:extLst>
      <p:ext uri="{BB962C8B-B14F-4D97-AF65-F5344CB8AC3E}">
        <p14:creationId xmlns:p14="http://schemas.microsoft.com/office/powerpoint/2010/main" val="357035756"/>
      </p:ext>
    </p:extLst>
  </p:cSld>
  <p:clrMapOvr>
    <a:overrideClrMapping bg1="dk1" tx1="lt1" bg2="dk2" tx2="lt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Quote">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0B047BF-CD59-858F-FEF7-4BA0796EAB44}"/>
              </a:ext>
            </a:extLst>
          </p:cNvPr>
          <p:cNvSpPr/>
          <p:nvPr/>
        </p:nvSpPr>
        <p:spPr>
          <a:xfrm>
            <a:off x="0" y="0"/>
            <a:ext cx="12192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047B0D95-DF22-57F5-3C15-D2F909A7A2BD}"/>
              </a:ext>
              <a:ext uri="{C183D7F6-B498-43B3-948B-1728B52AA6E4}">
                <adec:decorative xmlns:adec="http://schemas.microsoft.com/office/drawing/2017/decorative" val="1"/>
              </a:ext>
            </a:extLst>
          </p:cNvPr>
          <p:cNvSpPr/>
          <p:nvPr/>
        </p:nvSpPr>
        <p:spPr>
          <a:xfrm>
            <a:off x="762000" y="762000"/>
            <a:ext cx="10668000" cy="5334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7D90803-9DC8-DCE0-C7B4-CC97922ED804}"/>
              </a:ext>
            </a:extLst>
          </p:cNvPr>
          <p:cNvSpPr>
            <a:spLocks noGrp="1"/>
          </p:cNvSpPr>
          <p:nvPr>
            <p:ph type="title" hasCustomPrompt="1"/>
          </p:nvPr>
        </p:nvSpPr>
        <p:spPr>
          <a:xfrm>
            <a:off x="1472184" y="5148072"/>
            <a:ext cx="8887968" cy="594360"/>
          </a:xfrm>
        </p:spPr>
        <p:txBody>
          <a:bodyPr anchor="ctr">
            <a:normAutofit/>
          </a:bodyPr>
          <a:lstStyle>
            <a:lvl1pPr>
              <a:defRPr sz="1800" cap="none" spc="0" baseline="0">
                <a:solidFill>
                  <a:schemeClr val="tx1"/>
                </a:solidFill>
                <a:latin typeface="+mn-lt"/>
              </a:defRPr>
            </a:lvl1pPr>
          </a:lstStyle>
          <a:p>
            <a:r>
              <a:rPr lang="en-US"/>
              <a:t>Quote Author</a:t>
            </a:r>
          </a:p>
        </p:txBody>
      </p:sp>
      <p:sp>
        <p:nvSpPr>
          <p:cNvPr id="7" name="Content Placeholder 6">
            <a:extLst>
              <a:ext uri="{FF2B5EF4-FFF2-40B4-BE49-F238E27FC236}">
                <a16:creationId xmlns:a16="http://schemas.microsoft.com/office/drawing/2014/main" id="{898352C0-F184-BC65-77D9-FE1CE18255C4}"/>
              </a:ext>
            </a:extLst>
          </p:cNvPr>
          <p:cNvSpPr>
            <a:spLocks noGrp="1"/>
          </p:cNvSpPr>
          <p:nvPr>
            <p:ph sz="quarter" idx="13" hasCustomPrompt="1"/>
          </p:nvPr>
        </p:nvSpPr>
        <p:spPr>
          <a:xfrm>
            <a:off x="1289304" y="1344168"/>
            <a:ext cx="9070848" cy="3209544"/>
          </a:xfrm>
        </p:spPr>
        <p:txBody>
          <a:bodyPr anchor="ctr">
            <a:normAutofit/>
          </a:bodyPr>
          <a:lstStyle>
            <a:lvl1pPr marL="219456" indent="-219456">
              <a:lnSpc>
                <a:spcPct val="120000"/>
              </a:lnSpc>
              <a:buNone/>
              <a:defRPr sz="3200" b="1" cap="all" spc="500" baseline="0">
                <a:solidFill>
                  <a:schemeClr val="tx1"/>
                </a:solidFill>
                <a:latin typeface="+mj-lt"/>
              </a:defRPr>
            </a:lvl1pPr>
          </a:lstStyle>
          <a:p>
            <a:pPr lvl="0"/>
            <a:r>
              <a:rPr lang="en-US"/>
              <a:t>Click to edit Quote</a:t>
            </a:r>
          </a:p>
        </p:txBody>
      </p:sp>
      <p:sp>
        <p:nvSpPr>
          <p:cNvPr id="11" name="Footer Placeholder 10">
            <a:extLst>
              <a:ext uri="{FF2B5EF4-FFF2-40B4-BE49-F238E27FC236}">
                <a16:creationId xmlns:a16="http://schemas.microsoft.com/office/drawing/2014/main" id="{86BF1104-41B7-684E-F9A9-1628C76ECC2B}"/>
              </a:ext>
            </a:extLst>
          </p:cNvPr>
          <p:cNvSpPr>
            <a:spLocks noGrp="1"/>
          </p:cNvSpPr>
          <p:nvPr>
            <p:ph type="ftr" sz="quarter" idx="15"/>
          </p:nvPr>
        </p:nvSpPr>
        <p:spPr/>
        <p:txBody>
          <a:bodyPr/>
          <a:lstStyle>
            <a:lvl1pPr>
              <a:defRPr>
                <a:solidFill>
                  <a:schemeClr val="bg1"/>
                </a:solidFill>
              </a:defRPr>
            </a:lvl1pPr>
          </a:lstStyle>
          <a:p>
            <a:r>
              <a:rPr lang="en-US"/>
              <a:t>Sample Footer Text</a:t>
            </a:r>
          </a:p>
        </p:txBody>
      </p:sp>
      <p:sp>
        <p:nvSpPr>
          <p:cNvPr id="12" name="Slide Number Placeholder 11">
            <a:extLst>
              <a:ext uri="{FF2B5EF4-FFF2-40B4-BE49-F238E27FC236}">
                <a16:creationId xmlns:a16="http://schemas.microsoft.com/office/drawing/2014/main" id="{48FBF88A-AA04-CBE1-0E79-CE2CFF4D7D33}"/>
              </a:ext>
            </a:extLst>
          </p:cNvPr>
          <p:cNvSpPr>
            <a:spLocks noGrp="1"/>
          </p:cNvSpPr>
          <p:nvPr>
            <p:ph type="sldNum" sz="quarter" idx="16"/>
          </p:nvPr>
        </p:nvSpPr>
        <p:spPr/>
        <p:txBody>
          <a:bodyPr/>
          <a:lstStyle>
            <a:lvl1pPr>
              <a:defRPr>
                <a:solidFill>
                  <a:schemeClr val="bg1"/>
                </a:solidFill>
              </a:defRPr>
            </a:lvl1pPr>
          </a:lstStyle>
          <a:p>
            <a:fld id="{8D252C1B-CBF0-4A4D-8F57-7FB989103249}" type="slidenum">
              <a:rPr lang="en-US" smtClean="0"/>
              <a:pPr/>
              <a:t>‹#›</a:t>
            </a:fld>
            <a:endParaRPr lang="en-US"/>
          </a:p>
        </p:txBody>
      </p:sp>
      <p:sp>
        <p:nvSpPr>
          <p:cNvPr id="10" name="Date Placeholder 9">
            <a:extLst>
              <a:ext uri="{FF2B5EF4-FFF2-40B4-BE49-F238E27FC236}">
                <a16:creationId xmlns:a16="http://schemas.microsoft.com/office/drawing/2014/main" id="{003D9FE4-1C94-9ACB-155D-315DFA0F7362}"/>
              </a:ext>
            </a:extLst>
          </p:cNvPr>
          <p:cNvSpPr>
            <a:spLocks noGrp="1"/>
          </p:cNvSpPr>
          <p:nvPr>
            <p:ph type="dt" sz="half" idx="14"/>
          </p:nvPr>
        </p:nvSpPr>
        <p:spPr/>
        <p:txBody>
          <a:bodyPr/>
          <a:lstStyle>
            <a:lvl1pPr>
              <a:defRPr>
                <a:solidFill>
                  <a:schemeClr val="bg1"/>
                </a:solidFill>
              </a:defRPr>
            </a:lvl1pPr>
          </a:lstStyle>
          <a:p>
            <a:fld id="{92A23E84-B586-4994-9C0A-517325DCBE7E}" type="datetime4">
              <a:rPr lang="en-US" smtClean="0"/>
              <a:t>December 10, 2025</a:t>
            </a:fld>
            <a:endParaRPr lang="en-US"/>
          </a:p>
        </p:txBody>
      </p:sp>
    </p:spTree>
    <p:extLst>
      <p:ext uri="{BB962C8B-B14F-4D97-AF65-F5344CB8AC3E}">
        <p14:creationId xmlns:p14="http://schemas.microsoft.com/office/powerpoint/2010/main" val="3185577367"/>
      </p:ext>
    </p:extLst>
  </p:cSld>
  <p:clrMapOvr>
    <a:overrideClrMapping bg1="dk1" tx1="lt1" bg2="dk2" tx2="lt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Quot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6A3DAA-DB6D-3DD5-791D-6C11F750B10C}"/>
              </a:ext>
            </a:extLst>
          </p:cNvPr>
          <p:cNvSpPr>
            <a:spLocks noGrp="1"/>
          </p:cNvSpPr>
          <p:nvPr>
            <p:ph type="title" hasCustomPrompt="1"/>
          </p:nvPr>
        </p:nvSpPr>
        <p:spPr>
          <a:xfrm>
            <a:off x="838200" y="5513832"/>
            <a:ext cx="9400032" cy="758952"/>
          </a:xfrm>
        </p:spPr>
        <p:txBody>
          <a:bodyPr>
            <a:normAutofit/>
          </a:bodyPr>
          <a:lstStyle>
            <a:lvl1pPr>
              <a:lnSpc>
                <a:spcPct val="130000"/>
              </a:lnSpc>
              <a:spcBef>
                <a:spcPts val="1000"/>
              </a:spcBef>
              <a:defRPr sz="1800" b="0" cap="none" spc="0" baseline="0">
                <a:latin typeface="+mn-lt"/>
              </a:defRPr>
            </a:lvl1pPr>
          </a:lstStyle>
          <a:p>
            <a:r>
              <a:rPr lang="en-US"/>
              <a:t>Quote Author</a:t>
            </a:r>
          </a:p>
        </p:txBody>
      </p:sp>
      <p:sp>
        <p:nvSpPr>
          <p:cNvPr id="7" name="Content Placeholder 6">
            <a:extLst>
              <a:ext uri="{FF2B5EF4-FFF2-40B4-BE49-F238E27FC236}">
                <a16:creationId xmlns:a16="http://schemas.microsoft.com/office/drawing/2014/main" id="{0D10BE25-847A-7528-A168-580A13743FD2}"/>
              </a:ext>
            </a:extLst>
          </p:cNvPr>
          <p:cNvSpPr>
            <a:spLocks noGrp="1"/>
          </p:cNvSpPr>
          <p:nvPr>
            <p:ph sz="quarter" idx="13" hasCustomPrompt="1"/>
          </p:nvPr>
        </p:nvSpPr>
        <p:spPr>
          <a:xfrm>
            <a:off x="594360" y="1371600"/>
            <a:ext cx="9646920" cy="4059936"/>
          </a:xfrm>
        </p:spPr>
        <p:txBody>
          <a:bodyPr anchor="b">
            <a:normAutofit/>
          </a:bodyPr>
          <a:lstStyle>
            <a:lvl1pPr marL="237744" indent="-237744">
              <a:lnSpc>
                <a:spcPct val="120000"/>
              </a:lnSpc>
              <a:spcBef>
                <a:spcPts val="0"/>
              </a:spcBef>
              <a:buNone/>
              <a:defRPr sz="4400" b="1" cap="all" spc="500" baseline="0">
                <a:latin typeface="+mj-lt"/>
              </a:defRPr>
            </a:lvl1pPr>
          </a:lstStyle>
          <a:p>
            <a:pPr lvl="0"/>
            <a:r>
              <a:rPr lang="en-US"/>
              <a:t>Click to edit Quote</a:t>
            </a:r>
          </a:p>
        </p:txBody>
      </p:sp>
      <p:sp>
        <p:nvSpPr>
          <p:cNvPr id="3" name="Footer Placeholder 2">
            <a:extLst>
              <a:ext uri="{FF2B5EF4-FFF2-40B4-BE49-F238E27FC236}">
                <a16:creationId xmlns:a16="http://schemas.microsoft.com/office/drawing/2014/main" id="{DFA08AEF-6F44-C01A-1B4C-CDFD81DAC784}"/>
              </a:ext>
            </a:extLst>
          </p:cNvPr>
          <p:cNvSpPr>
            <a:spLocks noGrp="1"/>
          </p:cNvSpPr>
          <p:nvPr>
            <p:ph type="ftr" sz="quarter" idx="10"/>
          </p:nvPr>
        </p:nvSpPr>
        <p:spPr/>
        <p:txBody>
          <a:bodyPr/>
          <a:lstStyle/>
          <a:p>
            <a:pPr algn="r"/>
            <a:r>
              <a:rPr lang="en-US"/>
              <a:t>Sample Footer Text</a:t>
            </a:r>
          </a:p>
        </p:txBody>
      </p:sp>
      <p:sp>
        <p:nvSpPr>
          <p:cNvPr id="4" name="Slide Number Placeholder 3">
            <a:extLst>
              <a:ext uri="{FF2B5EF4-FFF2-40B4-BE49-F238E27FC236}">
                <a16:creationId xmlns:a16="http://schemas.microsoft.com/office/drawing/2014/main" id="{103E3C2E-5ABE-2200-2F6C-07D63C18C3D4}"/>
              </a:ext>
            </a:extLst>
          </p:cNvPr>
          <p:cNvSpPr>
            <a:spLocks noGrp="1"/>
          </p:cNvSpPr>
          <p:nvPr>
            <p:ph type="sldNum" sz="quarter" idx="11"/>
          </p:nvPr>
        </p:nvSpPr>
        <p:spPr/>
        <p:txBody>
          <a:bodyPr/>
          <a:lstStyle/>
          <a:p>
            <a:pPr algn="ctr"/>
            <a:fld id="{8D252C1B-CBF0-4A4D-8F57-7FB989103249}" type="slidenum">
              <a:rPr lang="en-US" smtClean="0"/>
              <a:pPr algn="ctr"/>
              <a:t>‹#›</a:t>
            </a:fld>
            <a:endParaRPr lang="en-US"/>
          </a:p>
        </p:txBody>
      </p:sp>
      <p:sp>
        <p:nvSpPr>
          <p:cNvPr id="5" name="Date Placeholder 4">
            <a:extLst>
              <a:ext uri="{FF2B5EF4-FFF2-40B4-BE49-F238E27FC236}">
                <a16:creationId xmlns:a16="http://schemas.microsoft.com/office/drawing/2014/main" id="{DAE051C6-BCEC-6EFD-3C40-E49F22A7F09F}"/>
              </a:ext>
            </a:extLst>
          </p:cNvPr>
          <p:cNvSpPr>
            <a:spLocks noGrp="1"/>
          </p:cNvSpPr>
          <p:nvPr>
            <p:ph type="dt" sz="half" idx="12"/>
          </p:nvPr>
        </p:nvSpPr>
        <p:spPr/>
        <p:txBody>
          <a:bodyPr/>
          <a:lstStyle/>
          <a:p>
            <a:fld id="{00F79D1E-A118-4DED-8F9E-D9E3A0D2F006}" type="datetime4">
              <a:rPr lang="en-US" smtClean="0"/>
              <a:t>December 10, 2025</a:t>
            </a:fld>
            <a:endParaRPr lang="en-US"/>
          </a:p>
        </p:txBody>
      </p:sp>
    </p:spTree>
    <p:extLst>
      <p:ext uri="{BB962C8B-B14F-4D97-AF65-F5344CB8AC3E}">
        <p14:creationId xmlns:p14="http://schemas.microsoft.com/office/powerpoint/2010/main" val="289387408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Quot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3B076A-AC95-4A37-4537-500BEFEC2F42}"/>
              </a:ext>
            </a:extLst>
          </p:cNvPr>
          <p:cNvSpPr>
            <a:spLocks noGrp="1"/>
          </p:cNvSpPr>
          <p:nvPr>
            <p:ph type="title" hasCustomPrompt="1"/>
          </p:nvPr>
        </p:nvSpPr>
        <p:spPr>
          <a:xfrm>
            <a:off x="2048256" y="5230368"/>
            <a:ext cx="8101584" cy="1042416"/>
          </a:xfrm>
        </p:spPr>
        <p:txBody>
          <a:bodyPr anchor="ctr">
            <a:normAutofit/>
          </a:bodyPr>
          <a:lstStyle>
            <a:lvl1pPr algn="ctr">
              <a:lnSpc>
                <a:spcPct val="130000"/>
              </a:lnSpc>
              <a:spcBef>
                <a:spcPts val="1000"/>
              </a:spcBef>
              <a:defRPr sz="1800" spc="300"/>
            </a:lvl1pPr>
          </a:lstStyle>
          <a:p>
            <a:r>
              <a:rPr lang="en-US"/>
              <a:t>Quote author</a:t>
            </a:r>
          </a:p>
        </p:txBody>
      </p:sp>
      <p:sp>
        <p:nvSpPr>
          <p:cNvPr id="7" name="Content Placeholder 6">
            <a:extLst>
              <a:ext uri="{FF2B5EF4-FFF2-40B4-BE49-F238E27FC236}">
                <a16:creationId xmlns:a16="http://schemas.microsoft.com/office/drawing/2014/main" id="{14BE3FE6-FBCF-B08C-EAD2-43BD8008DE1B}"/>
              </a:ext>
            </a:extLst>
          </p:cNvPr>
          <p:cNvSpPr>
            <a:spLocks noGrp="1"/>
          </p:cNvSpPr>
          <p:nvPr>
            <p:ph sz="quarter" idx="13" hasCustomPrompt="1"/>
          </p:nvPr>
        </p:nvSpPr>
        <p:spPr>
          <a:xfrm>
            <a:off x="1682496" y="1042416"/>
            <a:ext cx="8823960" cy="3511296"/>
          </a:xfrm>
        </p:spPr>
        <p:txBody>
          <a:bodyPr anchor="ctr">
            <a:normAutofit/>
          </a:bodyPr>
          <a:lstStyle>
            <a:lvl1pPr marL="0" indent="0" algn="ctr">
              <a:lnSpc>
                <a:spcPct val="120000"/>
              </a:lnSpc>
              <a:spcBef>
                <a:spcPts val="0"/>
              </a:spcBef>
              <a:buNone/>
              <a:defRPr sz="3800"/>
            </a:lvl1pPr>
          </a:lstStyle>
          <a:p>
            <a:pPr lvl="0"/>
            <a:r>
              <a:rPr lang="en-US"/>
              <a:t>Click to edit Quote</a:t>
            </a:r>
          </a:p>
        </p:txBody>
      </p:sp>
      <p:sp>
        <p:nvSpPr>
          <p:cNvPr id="3" name="Footer Placeholder 2">
            <a:extLst>
              <a:ext uri="{FF2B5EF4-FFF2-40B4-BE49-F238E27FC236}">
                <a16:creationId xmlns:a16="http://schemas.microsoft.com/office/drawing/2014/main" id="{15B0A343-4456-257B-5B8B-E2E9A02F3134}"/>
              </a:ext>
            </a:extLst>
          </p:cNvPr>
          <p:cNvSpPr>
            <a:spLocks noGrp="1"/>
          </p:cNvSpPr>
          <p:nvPr>
            <p:ph type="ftr" sz="quarter" idx="10"/>
          </p:nvPr>
        </p:nvSpPr>
        <p:spPr/>
        <p:txBody>
          <a:bodyPr/>
          <a:lstStyle/>
          <a:p>
            <a:pPr algn="r"/>
            <a:r>
              <a:rPr lang="en-US"/>
              <a:t>Sample Footer Text</a:t>
            </a:r>
          </a:p>
        </p:txBody>
      </p:sp>
      <p:sp>
        <p:nvSpPr>
          <p:cNvPr id="4" name="Slide Number Placeholder 3">
            <a:extLst>
              <a:ext uri="{FF2B5EF4-FFF2-40B4-BE49-F238E27FC236}">
                <a16:creationId xmlns:a16="http://schemas.microsoft.com/office/drawing/2014/main" id="{43BFA228-8396-4E23-FC69-1F37D8C7689F}"/>
              </a:ext>
            </a:extLst>
          </p:cNvPr>
          <p:cNvSpPr>
            <a:spLocks noGrp="1"/>
          </p:cNvSpPr>
          <p:nvPr>
            <p:ph type="sldNum" sz="quarter" idx="11"/>
          </p:nvPr>
        </p:nvSpPr>
        <p:spPr/>
        <p:txBody>
          <a:bodyPr/>
          <a:lstStyle/>
          <a:p>
            <a:pPr algn="ctr"/>
            <a:fld id="{8D252C1B-CBF0-4A4D-8F57-7FB989103249}" type="slidenum">
              <a:rPr lang="en-US" smtClean="0"/>
              <a:pPr algn="ctr"/>
              <a:t>‹#›</a:t>
            </a:fld>
            <a:endParaRPr lang="en-US"/>
          </a:p>
        </p:txBody>
      </p:sp>
      <p:sp>
        <p:nvSpPr>
          <p:cNvPr id="5" name="Date Placeholder 4">
            <a:extLst>
              <a:ext uri="{FF2B5EF4-FFF2-40B4-BE49-F238E27FC236}">
                <a16:creationId xmlns:a16="http://schemas.microsoft.com/office/drawing/2014/main" id="{95F3F231-502C-F79C-1631-322CE76856FA}"/>
              </a:ext>
            </a:extLst>
          </p:cNvPr>
          <p:cNvSpPr>
            <a:spLocks noGrp="1"/>
          </p:cNvSpPr>
          <p:nvPr>
            <p:ph type="dt" sz="half" idx="12"/>
          </p:nvPr>
        </p:nvSpPr>
        <p:spPr/>
        <p:txBody>
          <a:bodyPr/>
          <a:lstStyle/>
          <a:p>
            <a:fld id="{2307C0A0-C516-49D6-8817-019B3DB731F6}" type="datetime4">
              <a:rPr lang="en-US" smtClean="0"/>
              <a:t>December 10, 2025</a:t>
            </a:fld>
            <a:endParaRPr lang="en-US"/>
          </a:p>
        </p:txBody>
      </p:sp>
      <p:cxnSp>
        <p:nvCxnSpPr>
          <p:cNvPr id="8" name="Straight Connector 7">
            <a:extLst>
              <a:ext uri="{FF2B5EF4-FFF2-40B4-BE49-F238E27FC236}">
                <a16:creationId xmlns:a16="http://schemas.microsoft.com/office/drawing/2014/main" id="{E28A6A5B-52A2-759F-925A-E739473F7E34}"/>
              </a:ext>
              <a:ext uri="{C183D7F6-B498-43B3-948B-1728B52AA6E4}">
                <adec:decorative xmlns:adec="http://schemas.microsoft.com/office/drawing/2017/decorative" val="1"/>
              </a:ext>
            </a:extLst>
          </p:cNvPr>
          <p:cNvCxnSpPr>
            <a:cxnSpLocks/>
          </p:cNvCxnSpPr>
          <p:nvPr/>
        </p:nvCxnSpPr>
        <p:spPr>
          <a:xfrm>
            <a:off x="5610423" y="4905775"/>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3208733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Quote 4">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F851E22-90DE-A384-E734-7FC22A8B125D}"/>
              </a:ext>
            </a:extLst>
          </p:cNvPr>
          <p:cNvSpPr/>
          <p:nvPr/>
        </p:nvSpPr>
        <p:spPr>
          <a:xfrm>
            <a:off x="0" y="0"/>
            <a:ext cx="12192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6377007-B85D-57C2-DBB4-58417F1C773B}"/>
              </a:ext>
              <a:ext uri="{C183D7F6-B498-43B3-948B-1728B52AA6E4}">
                <adec:decorative xmlns:adec="http://schemas.microsoft.com/office/drawing/2017/decorative" val="1"/>
              </a:ext>
            </a:extLst>
          </p:cNvPr>
          <p:cNvSpPr/>
          <p:nvPr/>
        </p:nvSpPr>
        <p:spPr>
          <a:xfrm>
            <a:off x="762000" y="762000"/>
            <a:ext cx="10668000" cy="5334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43B076A-AC95-4A37-4537-500BEFEC2F42}"/>
              </a:ext>
            </a:extLst>
          </p:cNvPr>
          <p:cNvSpPr>
            <a:spLocks noGrp="1"/>
          </p:cNvSpPr>
          <p:nvPr>
            <p:ph type="title" hasCustomPrompt="1"/>
          </p:nvPr>
        </p:nvSpPr>
        <p:spPr>
          <a:xfrm>
            <a:off x="2048256" y="5230368"/>
            <a:ext cx="8101584" cy="594360"/>
          </a:xfrm>
        </p:spPr>
        <p:txBody>
          <a:bodyPr anchor="t">
            <a:normAutofit/>
          </a:bodyPr>
          <a:lstStyle>
            <a:lvl1pPr algn="ctr">
              <a:lnSpc>
                <a:spcPct val="130000"/>
              </a:lnSpc>
              <a:spcBef>
                <a:spcPts val="1000"/>
              </a:spcBef>
              <a:defRPr sz="1800" spc="300">
                <a:solidFill>
                  <a:schemeClr val="tx1"/>
                </a:solidFill>
              </a:defRPr>
            </a:lvl1pPr>
          </a:lstStyle>
          <a:p>
            <a:r>
              <a:rPr lang="en-US"/>
              <a:t>Quote Author</a:t>
            </a:r>
          </a:p>
        </p:txBody>
      </p:sp>
      <p:sp>
        <p:nvSpPr>
          <p:cNvPr id="7" name="Content Placeholder 6">
            <a:extLst>
              <a:ext uri="{FF2B5EF4-FFF2-40B4-BE49-F238E27FC236}">
                <a16:creationId xmlns:a16="http://schemas.microsoft.com/office/drawing/2014/main" id="{14BE3FE6-FBCF-B08C-EAD2-43BD8008DE1B}"/>
              </a:ext>
            </a:extLst>
          </p:cNvPr>
          <p:cNvSpPr>
            <a:spLocks noGrp="1"/>
          </p:cNvSpPr>
          <p:nvPr>
            <p:ph sz="quarter" idx="13" hasCustomPrompt="1"/>
          </p:nvPr>
        </p:nvSpPr>
        <p:spPr>
          <a:xfrm>
            <a:off x="1682496" y="1335024"/>
            <a:ext cx="8823960" cy="3108960"/>
          </a:xfrm>
        </p:spPr>
        <p:txBody>
          <a:bodyPr anchor="ctr">
            <a:normAutofit/>
          </a:bodyPr>
          <a:lstStyle>
            <a:lvl1pPr marL="0" indent="0" algn="ctr">
              <a:lnSpc>
                <a:spcPct val="120000"/>
              </a:lnSpc>
              <a:spcBef>
                <a:spcPts val="0"/>
              </a:spcBef>
              <a:buNone/>
              <a:defRPr sz="4000">
                <a:solidFill>
                  <a:schemeClr val="tx1"/>
                </a:solidFill>
              </a:defRPr>
            </a:lvl1pPr>
          </a:lstStyle>
          <a:p>
            <a:pPr lvl="0"/>
            <a:r>
              <a:rPr lang="en-US"/>
              <a:t>Click to edit Quote</a:t>
            </a:r>
          </a:p>
        </p:txBody>
      </p:sp>
      <p:sp>
        <p:nvSpPr>
          <p:cNvPr id="3" name="Footer Placeholder 2">
            <a:extLst>
              <a:ext uri="{FF2B5EF4-FFF2-40B4-BE49-F238E27FC236}">
                <a16:creationId xmlns:a16="http://schemas.microsoft.com/office/drawing/2014/main" id="{15B0A343-4456-257B-5B8B-E2E9A02F3134}"/>
              </a:ext>
            </a:extLst>
          </p:cNvPr>
          <p:cNvSpPr>
            <a:spLocks noGrp="1"/>
          </p:cNvSpPr>
          <p:nvPr>
            <p:ph type="ftr" sz="quarter" idx="10"/>
          </p:nvPr>
        </p:nvSpPr>
        <p:spPr/>
        <p:txBody>
          <a:bodyPr/>
          <a:lstStyle>
            <a:lvl1pPr>
              <a:defRPr>
                <a:solidFill>
                  <a:schemeClr val="bg1"/>
                </a:solidFill>
              </a:defRPr>
            </a:lvl1pPr>
          </a:lstStyle>
          <a:p>
            <a:r>
              <a:rPr lang="en-US"/>
              <a:t>Sample Footer Text</a:t>
            </a:r>
          </a:p>
        </p:txBody>
      </p:sp>
      <p:sp>
        <p:nvSpPr>
          <p:cNvPr id="4" name="Slide Number Placeholder 3">
            <a:extLst>
              <a:ext uri="{FF2B5EF4-FFF2-40B4-BE49-F238E27FC236}">
                <a16:creationId xmlns:a16="http://schemas.microsoft.com/office/drawing/2014/main" id="{43BFA228-8396-4E23-FC69-1F37D8C7689F}"/>
              </a:ext>
            </a:extLst>
          </p:cNvPr>
          <p:cNvSpPr>
            <a:spLocks noGrp="1"/>
          </p:cNvSpPr>
          <p:nvPr>
            <p:ph type="sldNum" sz="quarter" idx="11"/>
          </p:nvPr>
        </p:nvSpPr>
        <p:spPr/>
        <p:txBody>
          <a:bodyPr/>
          <a:lstStyle>
            <a:lvl1pPr>
              <a:defRPr>
                <a:solidFill>
                  <a:schemeClr val="bg1"/>
                </a:solidFill>
              </a:defRPr>
            </a:lvl1pPr>
          </a:lstStyle>
          <a:p>
            <a:fld id="{8D252C1B-CBF0-4A4D-8F57-7FB989103249}" type="slidenum">
              <a:rPr lang="en-US" smtClean="0"/>
              <a:pPr/>
              <a:t>‹#›</a:t>
            </a:fld>
            <a:endParaRPr lang="en-US"/>
          </a:p>
        </p:txBody>
      </p:sp>
      <p:sp>
        <p:nvSpPr>
          <p:cNvPr id="5" name="Date Placeholder 4">
            <a:extLst>
              <a:ext uri="{FF2B5EF4-FFF2-40B4-BE49-F238E27FC236}">
                <a16:creationId xmlns:a16="http://schemas.microsoft.com/office/drawing/2014/main" id="{95F3F231-502C-F79C-1631-322CE76856FA}"/>
              </a:ext>
            </a:extLst>
          </p:cNvPr>
          <p:cNvSpPr>
            <a:spLocks noGrp="1"/>
          </p:cNvSpPr>
          <p:nvPr>
            <p:ph type="dt" sz="half" idx="12"/>
          </p:nvPr>
        </p:nvSpPr>
        <p:spPr/>
        <p:txBody>
          <a:bodyPr/>
          <a:lstStyle>
            <a:lvl1pPr>
              <a:defRPr>
                <a:solidFill>
                  <a:schemeClr val="bg1"/>
                </a:solidFill>
              </a:defRPr>
            </a:lvl1pPr>
          </a:lstStyle>
          <a:p>
            <a:fld id="{AFD1CDEC-CB6B-4D1A-830E-B3F09AFB6CC1}" type="datetime4">
              <a:rPr lang="en-US" smtClean="0"/>
              <a:t>December 10, 2025</a:t>
            </a:fld>
            <a:endParaRPr lang="en-US"/>
          </a:p>
        </p:txBody>
      </p:sp>
      <p:cxnSp>
        <p:nvCxnSpPr>
          <p:cNvPr id="8" name="Straight Connector 7">
            <a:extLst>
              <a:ext uri="{FF2B5EF4-FFF2-40B4-BE49-F238E27FC236}">
                <a16:creationId xmlns:a16="http://schemas.microsoft.com/office/drawing/2014/main" id="{E28A6A5B-52A2-759F-925A-E739473F7E34}"/>
              </a:ext>
              <a:ext uri="{C183D7F6-B498-43B3-948B-1728B52AA6E4}">
                <adec:decorative xmlns:adec="http://schemas.microsoft.com/office/drawing/2017/decorative" val="1"/>
              </a:ext>
            </a:extLst>
          </p:cNvPr>
          <p:cNvCxnSpPr>
            <a:cxnSpLocks/>
          </p:cNvCxnSpPr>
          <p:nvPr/>
        </p:nvCxnSpPr>
        <p:spPr>
          <a:xfrm>
            <a:off x="5610423" y="4905775"/>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A2EB36C-8E19-518C-7936-928B51B8A33C}"/>
              </a:ext>
              <a:ext uri="{C183D7F6-B498-43B3-948B-1728B52AA6E4}">
                <adec:decorative xmlns:adec="http://schemas.microsoft.com/office/drawing/2017/decorative" val="1"/>
              </a:ext>
            </a:extLst>
          </p:cNvPr>
          <p:cNvCxnSpPr>
            <a:cxnSpLocks/>
          </p:cNvCxnSpPr>
          <p:nvPr/>
        </p:nvCxnSpPr>
        <p:spPr>
          <a:xfrm>
            <a:off x="5614416" y="4910328"/>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47861386"/>
      </p:ext>
    </p:extLst>
  </p:cSld>
  <p:clrMapOvr>
    <a:overrideClrMapping bg1="dk1" tx1="lt1" bg2="dk2" tx2="lt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9" y="429768"/>
            <a:ext cx="10817352" cy="958480"/>
          </a:xfrm>
          <a:prstGeom prst="rect">
            <a:avLst/>
          </a:prstGeom>
        </p:spPr>
        <p:txBody>
          <a:bodyPr vert="horz" lIns="91440" tIns="45720" rIns="91440" bIns="45720" rtlCol="0" anchor="b">
            <a:normAutofit/>
          </a:bodyPr>
          <a:lstStyle>
            <a:lvl1pPr>
              <a:lnSpc>
                <a:spcPct val="120000"/>
              </a:lnSpc>
              <a:defRPr lang="en-US" dirty="0"/>
            </a:lvl1pPr>
          </a:lstStyle>
          <a:p>
            <a:pPr lvl="0"/>
            <a:r>
              <a:rPr lang="en-US"/>
              <a:t>Click to edit Master title style</a:t>
            </a:r>
          </a:p>
        </p:txBody>
      </p:sp>
      <p:sp>
        <p:nvSpPr>
          <p:cNvPr id="4" name="Content Placeholder 3">
            <a:extLst>
              <a:ext uri="{FF2B5EF4-FFF2-40B4-BE49-F238E27FC236}">
                <a16:creationId xmlns:a16="http://schemas.microsoft.com/office/drawing/2014/main" id="{BFA338E0-C170-B5BD-56A0-6831A85B2F21}"/>
              </a:ext>
            </a:extLst>
          </p:cNvPr>
          <p:cNvSpPr>
            <a:spLocks noGrp="1"/>
          </p:cNvSpPr>
          <p:nvPr>
            <p:ph sz="quarter" idx="18"/>
          </p:nvPr>
        </p:nvSpPr>
        <p:spPr>
          <a:xfrm>
            <a:off x="612775" y="2029968"/>
            <a:ext cx="5029200" cy="4343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a:extLst>
              <a:ext uri="{FF2B5EF4-FFF2-40B4-BE49-F238E27FC236}">
                <a16:creationId xmlns:a16="http://schemas.microsoft.com/office/drawing/2014/main" id="{95231737-390D-A75F-1AA3-A6675DB7314C}"/>
              </a:ext>
            </a:extLst>
          </p:cNvPr>
          <p:cNvSpPr>
            <a:spLocks noGrp="1"/>
          </p:cNvSpPr>
          <p:nvPr>
            <p:ph sz="quarter" idx="19"/>
          </p:nvPr>
        </p:nvSpPr>
        <p:spPr>
          <a:xfrm>
            <a:off x="6382512" y="2029968"/>
            <a:ext cx="5029200" cy="4343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Footer Placeholder 13">
            <a:extLst>
              <a:ext uri="{FF2B5EF4-FFF2-40B4-BE49-F238E27FC236}">
                <a16:creationId xmlns:a16="http://schemas.microsoft.com/office/drawing/2014/main" id="{D34EBE88-C826-A0CB-2F99-4593AD931017}"/>
              </a:ext>
            </a:extLst>
          </p:cNvPr>
          <p:cNvSpPr>
            <a:spLocks noGrp="1"/>
          </p:cNvSpPr>
          <p:nvPr>
            <p:ph type="ftr" sz="quarter" idx="16"/>
          </p:nvPr>
        </p:nvSpPr>
        <p:spPr/>
        <p:txBody>
          <a:bodyPr/>
          <a:lstStyle/>
          <a:p>
            <a:pPr algn="r"/>
            <a:r>
              <a:rPr lang="en-US"/>
              <a:t>Sample Footer Text</a:t>
            </a:r>
          </a:p>
        </p:txBody>
      </p:sp>
      <p:sp>
        <p:nvSpPr>
          <p:cNvPr id="15" name="Slide Number Placeholder 14">
            <a:extLst>
              <a:ext uri="{FF2B5EF4-FFF2-40B4-BE49-F238E27FC236}">
                <a16:creationId xmlns:a16="http://schemas.microsoft.com/office/drawing/2014/main" id="{3ABF7200-8BFC-1209-D217-A05B147C7362}"/>
              </a:ext>
            </a:extLst>
          </p:cNvPr>
          <p:cNvSpPr>
            <a:spLocks noGrp="1"/>
          </p:cNvSpPr>
          <p:nvPr>
            <p:ph type="sldNum" sz="quarter" idx="17"/>
          </p:nvPr>
        </p:nvSpPr>
        <p:spPr/>
        <p:txBody>
          <a:bodyPr/>
          <a:lstStyle/>
          <a:p>
            <a:pPr algn="ctr"/>
            <a:fld id="{8D252C1B-CBF0-4A4D-8F57-7FB989103249}" type="slidenum">
              <a:rPr lang="en-US" smtClean="0"/>
              <a:pPr algn="ctr"/>
              <a:t>‹#›</a:t>
            </a:fld>
            <a:endParaRPr lang="en-US"/>
          </a:p>
        </p:txBody>
      </p:sp>
      <p:sp>
        <p:nvSpPr>
          <p:cNvPr id="13" name="Date Placeholder 12">
            <a:extLst>
              <a:ext uri="{FF2B5EF4-FFF2-40B4-BE49-F238E27FC236}">
                <a16:creationId xmlns:a16="http://schemas.microsoft.com/office/drawing/2014/main" id="{A1910647-79B7-6086-34D9-EBD4D6E4C954}"/>
              </a:ext>
            </a:extLst>
          </p:cNvPr>
          <p:cNvSpPr>
            <a:spLocks noGrp="1"/>
          </p:cNvSpPr>
          <p:nvPr>
            <p:ph type="dt" sz="half" idx="15"/>
          </p:nvPr>
        </p:nvSpPr>
        <p:spPr/>
        <p:txBody>
          <a:bodyPr/>
          <a:lstStyle/>
          <a:p>
            <a:fld id="{FEDA8A73-7124-4840-A51A-773DD734FF02}" type="datetime4">
              <a:rPr lang="en-US" smtClean="0"/>
              <a:t>December 10, 2025</a:t>
            </a:fld>
            <a:endParaRPr lang="en-US"/>
          </a:p>
        </p:txBody>
      </p:sp>
    </p:spTree>
    <p:extLst>
      <p:ext uri="{BB962C8B-B14F-4D97-AF65-F5344CB8AC3E}">
        <p14:creationId xmlns:p14="http://schemas.microsoft.com/office/powerpoint/2010/main" val="425028109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B518219-E186-2E63-46B3-4C1D3A8220EF}"/>
              </a:ext>
            </a:extLst>
          </p:cNvPr>
          <p:cNvSpPr>
            <a:spLocks noGrp="1"/>
          </p:cNvSpPr>
          <p:nvPr>
            <p:ph type="title"/>
          </p:nvPr>
        </p:nvSpPr>
        <p:spPr>
          <a:xfrm>
            <a:off x="612648" y="429768"/>
            <a:ext cx="10817352" cy="960120"/>
          </a:xfrm>
          <a:prstGeom prst="rect">
            <a:avLst/>
          </a:prstGeom>
        </p:spPr>
        <p:txBody>
          <a:bodyPr/>
          <a:lstStyle>
            <a:lvl1pPr>
              <a:lnSpc>
                <a:spcPct val="120000"/>
              </a:lnSpc>
              <a:defRPr/>
            </a:lvl1pPr>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12648" y="2025333"/>
            <a:ext cx="5029200" cy="559834"/>
          </a:xfrm>
          <a:prstGeom prst="rect">
            <a:avLst/>
          </a:prstGeom>
        </p:spPr>
        <p:txBody>
          <a:bodyPr anchor="b">
            <a:normAutofit/>
          </a:bodyPr>
          <a:lstStyle>
            <a:lvl1pPr marL="0" indent="0">
              <a:lnSpc>
                <a:spcPct val="90000"/>
              </a:lnSpc>
              <a:buNone/>
              <a:defRPr sz="2000" b="0" cap="all" spc="300"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6BAB9BD-1632-7C73-3DD9-771EE45DC03D}"/>
              </a:ext>
            </a:extLst>
          </p:cNvPr>
          <p:cNvSpPr>
            <a:spLocks noGrp="1"/>
          </p:cNvSpPr>
          <p:nvPr>
            <p:ph sz="quarter" idx="18"/>
          </p:nvPr>
        </p:nvSpPr>
        <p:spPr>
          <a:xfrm>
            <a:off x="612775" y="2665413"/>
            <a:ext cx="5029200" cy="37131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382512" y="2025333"/>
            <a:ext cx="5029200" cy="559834"/>
          </a:xfrm>
          <a:prstGeom prst="rect">
            <a:avLst/>
          </a:prstGeom>
        </p:spPr>
        <p:txBody>
          <a:bodyPr anchor="b">
            <a:normAutofit/>
          </a:bodyPr>
          <a:lstStyle>
            <a:lvl1pPr marL="0" indent="0">
              <a:lnSpc>
                <a:spcPct val="90000"/>
              </a:lnSpc>
              <a:buNone/>
              <a:defRPr sz="2000" b="0" cap="all" spc="300"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Content Placeholder 7">
            <a:extLst>
              <a:ext uri="{FF2B5EF4-FFF2-40B4-BE49-F238E27FC236}">
                <a16:creationId xmlns:a16="http://schemas.microsoft.com/office/drawing/2014/main" id="{38B165C5-C4ED-E04C-81FA-FDFA87F0A01C}"/>
              </a:ext>
            </a:extLst>
          </p:cNvPr>
          <p:cNvSpPr>
            <a:spLocks noGrp="1"/>
          </p:cNvSpPr>
          <p:nvPr>
            <p:ph sz="quarter" idx="19"/>
          </p:nvPr>
        </p:nvSpPr>
        <p:spPr>
          <a:xfrm>
            <a:off x="6381750" y="2665413"/>
            <a:ext cx="5029200" cy="37131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Footer Placeholder 13">
            <a:extLst>
              <a:ext uri="{FF2B5EF4-FFF2-40B4-BE49-F238E27FC236}">
                <a16:creationId xmlns:a16="http://schemas.microsoft.com/office/drawing/2014/main" id="{0D28A929-F039-96E6-B29C-717106871CBD}"/>
              </a:ext>
            </a:extLst>
          </p:cNvPr>
          <p:cNvSpPr>
            <a:spLocks noGrp="1"/>
          </p:cNvSpPr>
          <p:nvPr>
            <p:ph type="ftr" sz="quarter" idx="16"/>
          </p:nvPr>
        </p:nvSpPr>
        <p:spPr/>
        <p:txBody>
          <a:bodyPr/>
          <a:lstStyle/>
          <a:p>
            <a:pPr algn="r"/>
            <a:r>
              <a:rPr lang="en-US"/>
              <a:t>Sample Footer Text</a:t>
            </a:r>
          </a:p>
        </p:txBody>
      </p:sp>
      <p:sp>
        <p:nvSpPr>
          <p:cNvPr id="15" name="Slide Number Placeholder 14">
            <a:extLst>
              <a:ext uri="{FF2B5EF4-FFF2-40B4-BE49-F238E27FC236}">
                <a16:creationId xmlns:a16="http://schemas.microsoft.com/office/drawing/2014/main" id="{766D40EC-432B-24BD-14A2-EA02DE69B663}"/>
              </a:ext>
            </a:extLst>
          </p:cNvPr>
          <p:cNvSpPr>
            <a:spLocks noGrp="1"/>
          </p:cNvSpPr>
          <p:nvPr>
            <p:ph type="sldNum" sz="quarter" idx="17"/>
          </p:nvPr>
        </p:nvSpPr>
        <p:spPr/>
        <p:txBody>
          <a:bodyPr/>
          <a:lstStyle/>
          <a:p>
            <a:pPr algn="ctr"/>
            <a:fld id="{8D252C1B-CBF0-4A4D-8F57-7FB989103249}" type="slidenum">
              <a:rPr lang="en-US" smtClean="0"/>
              <a:pPr algn="ctr"/>
              <a:t>‹#›</a:t>
            </a:fld>
            <a:endParaRPr lang="en-US"/>
          </a:p>
        </p:txBody>
      </p:sp>
      <p:sp>
        <p:nvSpPr>
          <p:cNvPr id="12" name="Date Placeholder 11">
            <a:extLst>
              <a:ext uri="{FF2B5EF4-FFF2-40B4-BE49-F238E27FC236}">
                <a16:creationId xmlns:a16="http://schemas.microsoft.com/office/drawing/2014/main" id="{405654AF-A639-3FB5-E967-011B97C87C67}"/>
              </a:ext>
            </a:extLst>
          </p:cNvPr>
          <p:cNvSpPr>
            <a:spLocks noGrp="1"/>
          </p:cNvSpPr>
          <p:nvPr>
            <p:ph type="dt" sz="half" idx="15"/>
          </p:nvPr>
        </p:nvSpPr>
        <p:spPr/>
        <p:txBody>
          <a:bodyPr/>
          <a:lstStyle/>
          <a:p>
            <a:fld id="{47F5CC4D-6073-4A05-86E2-9A5D9E5EE1C6}" type="datetime4">
              <a:rPr lang="en-US" smtClean="0"/>
              <a:t>December 10, 2025</a:t>
            </a:fld>
            <a:endParaRPr lang="en-US"/>
          </a:p>
        </p:txBody>
      </p:sp>
    </p:spTree>
    <p:extLst>
      <p:ext uri="{BB962C8B-B14F-4D97-AF65-F5344CB8AC3E}">
        <p14:creationId xmlns:p14="http://schemas.microsoft.com/office/powerpoint/2010/main" val="75603606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612648" y="429768"/>
            <a:ext cx="10817352" cy="960120"/>
          </a:xfrm>
          <a:prstGeom prst="rect">
            <a:avLst/>
          </a:prstGeom>
        </p:spPr>
        <p:txBody>
          <a:bodyPr/>
          <a:lstStyle>
            <a:lvl1pPr>
              <a:lnSpc>
                <a:spcPct val="120000"/>
              </a:lnSpc>
              <a:defRPr/>
            </a:lvl1pPr>
          </a:lstStyle>
          <a:p>
            <a:r>
              <a:rPr lang="en-US"/>
              <a:t>Click to edit Master title style</a:t>
            </a:r>
          </a:p>
        </p:txBody>
      </p:sp>
      <p:sp>
        <p:nvSpPr>
          <p:cNvPr id="7" name="Footer Placeholder 6">
            <a:extLst>
              <a:ext uri="{FF2B5EF4-FFF2-40B4-BE49-F238E27FC236}">
                <a16:creationId xmlns:a16="http://schemas.microsoft.com/office/drawing/2014/main" id="{9B4DD502-5BE6-822B-DB91-B6295D991AC2}"/>
              </a:ext>
            </a:extLst>
          </p:cNvPr>
          <p:cNvSpPr>
            <a:spLocks noGrp="1"/>
          </p:cNvSpPr>
          <p:nvPr>
            <p:ph type="ftr" sz="quarter" idx="11"/>
          </p:nvPr>
        </p:nvSpPr>
        <p:spPr/>
        <p:txBody>
          <a:bodyPr/>
          <a:lstStyle/>
          <a:p>
            <a:pPr algn="r"/>
            <a:r>
              <a:rPr lang="en-US"/>
              <a:t>Sample Footer Text</a:t>
            </a:r>
          </a:p>
        </p:txBody>
      </p:sp>
      <p:sp>
        <p:nvSpPr>
          <p:cNvPr id="8" name="Slide Number Placeholder 7">
            <a:extLst>
              <a:ext uri="{FF2B5EF4-FFF2-40B4-BE49-F238E27FC236}">
                <a16:creationId xmlns:a16="http://schemas.microsoft.com/office/drawing/2014/main" id="{3CBD9E88-9DFA-2EB7-34D5-E029BD46F5E3}"/>
              </a:ext>
            </a:extLst>
          </p:cNvPr>
          <p:cNvSpPr>
            <a:spLocks noGrp="1"/>
          </p:cNvSpPr>
          <p:nvPr>
            <p:ph type="sldNum" sz="quarter" idx="12"/>
          </p:nvPr>
        </p:nvSpPr>
        <p:spPr/>
        <p:txBody>
          <a:bodyPr/>
          <a:lstStyle/>
          <a:p>
            <a:pPr algn="ctr"/>
            <a:fld id="{8D252C1B-CBF0-4A4D-8F57-7FB989103249}" type="slidenum">
              <a:rPr lang="en-US" smtClean="0"/>
              <a:pPr algn="ctr"/>
              <a:t>‹#›</a:t>
            </a:fld>
            <a:endParaRPr lang="en-US"/>
          </a:p>
        </p:txBody>
      </p:sp>
      <p:sp>
        <p:nvSpPr>
          <p:cNvPr id="6" name="Date Placeholder 5">
            <a:extLst>
              <a:ext uri="{FF2B5EF4-FFF2-40B4-BE49-F238E27FC236}">
                <a16:creationId xmlns:a16="http://schemas.microsoft.com/office/drawing/2014/main" id="{26035DAD-0E07-921A-1F16-10A8BBFC3975}"/>
              </a:ext>
            </a:extLst>
          </p:cNvPr>
          <p:cNvSpPr>
            <a:spLocks noGrp="1"/>
          </p:cNvSpPr>
          <p:nvPr>
            <p:ph type="dt" sz="half" idx="10"/>
          </p:nvPr>
        </p:nvSpPr>
        <p:spPr/>
        <p:txBody>
          <a:bodyPr/>
          <a:lstStyle/>
          <a:p>
            <a:fld id="{5C0CB386-F940-461F-A152-905D02CFF5A2}" type="datetime4">
              <a:rPr lang="en-US" smtClean="0"/>
              <a:t>December 10, 2025</a:t>
            </a:fld>
            <a:endParaRPr lang="en-US"/>
          </a:p>
        </p:txBody>
      </p:sp>
    </p:spTree>
    <p:extLst>
      <p:ext uri="{BB962C8B-B14F-4D97-AF65-F5344CB8AC3E}">
        <p14:creationId xmlns:p14="http://schemas.microsoft.com/office/powerpoint/2010/main" val="204802371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9E11FDDA-B97C-DDC5-8DB1-E60BD2AA1DBB}"/>
              </a:ext>
            </a:extLst>
          </p:cNvPr>
          <p:cNvSpPr>
            <a:spLocks noGrp="1"/>
          </p:cNvSpPr>
          <p:nvPr>
            <p:ph type="ftr" sz="quarter" idx="11"/>
          </p:nvPr>
        </p:nvSpPr>
        <p:spPr/>
        <p:txBody>
          <a:bodyPr/>
          <a:lstStyle/>
          <a:p>
            <a:pPr algn="r"/>
            <a:r>
              <a:rPr lang="en-US"/>
              <a:t>Sample Footer Text</a:t>
            </a:r>
          </a:p>
        </p:txBody>
      </p:sp>
      <p:sp>
        <p:nvSpPr>
          <p:cNvPr id="7" name="Slide Number Placeholder 6">
            <a:extLst>
              <a:ext uri="{FF2B5EF4-FFF2-40B4-BE49-F238E27FC236}">
                <a16:creationId xmlns:a16="http://schemas.microsoft.com/office/drawing/2014/main" id="{7F72A1C0-DA96-EA1E-D5A0-508F879B0757}"/>
              </a:ext>
            </a:extLst>
          </p:cNvPr>
          <p:cNvSpPr>
            <a:spLocks noGrp="1"/>
          </p:cNvSpPr>
          <p:nvPr>
            <p:ph type="sldNum" sz="quarter" idx="12"/>
          </p:nvPr>
        </p:nvSpPr>
        <p:spPr/>
        <p:txBody>
          <a:bodyPr/>
          <a:lstStyle/>
          <a:p>
            <a:pPr algn="ctr"/>
            <a:fld id="{8D252C1B-CBF0-4A4D-8F57-7FB989103249}" type="slidenum">
              <a:rPr lang="en-US" smtClean="0"/>
              <a:pPr algn="ctr"/>
              <a:t>‹#›</a:t>
            </a:fld>
            <a:endParaRPr lang="en-US"/>
          </a:p>
        </p:txBody>
      </p:sp>
      <p:sp>
        <p:nvSpPr>
          <p:cNvPr id="5" name="Date Placeholder 4">
            <a:extLst>
              <a:ext uri="{FF2B5EF4-FFF2-40B4-BE49-F238E27FC236}">
                <a16:creationId xmlns:a16="http://schemas.microsoft.com/office/drawing/2014/main" id="{F97F18BD-749C-B50F-D44C-F42AA6AABEB9}"/>
              </a:ext>
            </a:extLst>
          </p:cNvPr>
          <p:cNvSpPr>
            <a:spLocks noGrp="1"/>
          </p:cNvSpPr>
          <p:nvPr>
            <p:ph type="dt" sz="half" idx="10"/>
          </p:nvPr>
        </p:nvSpPr>
        <p:spPr/>
        <p:txBody>
          <a:bodyPr/>
          <a:lstStyle/>
          <a:p>
            <a:fld id="{2ACAFA3B-E7FC-4334-92AC-6B8879F5B1DC}" type="datetime4">
              <a:rPr lang="en-US" smtClean="0"/>
              <a:t>December 10, 2025</a:t>
            </a:fld>
            <a:endParaRPr lang="en-US"/>
          </a:p>
        </p:txBody>
      </p:sp>
    </p:spTree>
    <p:extLst>
      <p:ext uri="{BB962C8B-B14F-4D97-AF65-F5344CB8AC3E}">
        <p14:creationId xmlns:p14="http://schemas.microsoft.com/office/powerpoint/2010/main" val="45954227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612648" y="758952"/>
            <a:ext cx="3595634" cy="2212848"/>
          </a:xfrm>
          <a:prstGeom prst="rect">
            <a:avLst/>
          </a:prstGeom>
        </p:spPr>
        <p:txBody>
          <a:bodyPr anchor="t">
            <a:normAutofit/>
          </a:bodyPr>
          <a:lstStyle>
            <a:lvl1pPr>
              <a:lnSpc>
                <a:spcPct val="120000"/>
              </a:lnSpc>
              <a:defRPr sz="2800"/>
            </a:lvl1pPr>
          </a:lstStyle>
          <a:p>
            <a:r>
              <a:rPr lang="en-US"/>
              <a:t>Click to edit Master title style</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612648" y="2971800"/>
            <a:ext cx="3595634" cy="3127248"/>
          </a:xfrm>
          <a:prstGeom prst="rect">
            <a:avLst/>
          </a:prstGeom>
        </p:spPr>
        <p:txBody>
          <a:bodyPr anchor="t">
            <a:normAutofit/>
          </a:bodyPr>
          <a:lstStyle>
            <a:lvl1pPr marL="0" indent="0">
              <a:lnSpc>
                <a:spcPct val="130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6996" y="758952"/>
            <a:ext cx="6284130" cy="5340093"/>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p>
        </p:txBody>
      </p:sp>
      <p:sp>
        <p:nvSpPr>
          <p:cNvPr id="13" name="Footer Placeholder 12">
            <a:extLst>
              <a:ext uri="{FF2B5EF4-FFF2-40B4-BE49-F238E27FC236}">
                <a16:creationId xmlns:a16="http://schemas.microsoft.com/office/drawing/2014/main" id="{247FD854-00E9-7A1B-6B8C-0458F22F1EC3}"/>
              </a:ext>
            </a:extLst>
          </p:cNvPr>
          <p:cNvSpPr>
            <a:spLocks noGrp="1"/>
          </p:cNvSpPr>
          <p:nvPr>
            <p:ph type="ftr" sz="quarter" idx="11"/>
          </p:nvPr>
        </p:nvSpPr>
        <p:spPr/>
        <p:txBody>
          <a:bodyPr/>
          <a:lstStyle/>
          <a:p>
            <a:pPr algn="r"/>
            <a:r>
              <a:rPr lang="en-US"/>
              <a:t>Sample Footer Text</a:t>
            </a:r>
          </a:p>
        </p:txBody>
      </p:sp>
      <p:sp>
        <p:nvSpPr>
          <p:cNvPr id="14" name="Slide Number Placeholder 13">
            <a:extLst>
              <a:ext uri="{FF2B5EF4-FFF2-40B4-BE49-F238E27FC236}">
                <a16:creationId xmlns:a16="http://schemas.microsoft.com/office/drawing/2014/main" id="{205E2392-B840-3FDD-E39D-8521DC827038}"/>
              </a:ext>
            </a:extLst>
          </p:cNvPr>
          <p:cNvSpPr>
            <a:spLocks noGrp="1"/>
          </p:cNvSpPr>
          <p:nvPr>
            <p:ph type="sldNum" sz="quarter" idx="12"/>
          </p:nvPr>
        </p:nvSpPr>
        <p:spPr/>
        <p:txBody>
          <a:bodyPr/>
          <a:lstStyle/>
          <a:p>
            <a:pPr algn="ctr"/>
            <a:fld id="{8D252C1B-CBF0-4A4D-8F57-7FB989103249}" type="slidenum">
              <a:rPr lang="en-US" smtClean="0"/>
              <a:pPr algn="ctr"/>
              <a:t>‹#›</a:t>
            </a:fld>
            <a:endParaRPr lang="en-US"/>
          </a:p>
        </p:txBody>
      </p:sp>
      <p:sp>
        <p:nvSpPr>
          <p:cNvPr id="12" name="Date Placeholder 11">
            <a:extLst>
              <a:ext uri="{FF2B5EF4-FFF2-40B4-BE49-F238E27FC236}">
                <a16:creationId xmlns:a16="http://schemas.microsoft.com/office/drawing/2014/main" id="{542EA063-3C1A-D1D2-916B-C1A4F124EA0C}"/>
              </a:ext>
            </a:extLst>
          </p:cNvPr>
          <p:cNvSpPr>
            <a:spLocks noGrp="1"/>
          </p:cNvSpPr>
          <p:nvPr>
            <p:ph type="dt" sz="half" idx="10"/>
          </p:nvPr>
        </p:nvSpPr>
        <p:spPr/>
        <p:txBody>
          <a:bodyPr/>
          <a:lstStyle/>
          <a:p>
            <a:fld id="{15FDBDE7-FECA-47E1-B2CA-19C097F5DD78}" type="datetime4">
              <a:rPr lang="en-US" smtClean="0"/>
              <a:t>December 10, 2025</a:t>
            </a:fld>
            <a:endParaRPr lang="en-US"/>
          </a:p>
        </p:txBody>
      </p:sp>
    </p:spTree>
    <p:extLst>
      <p:ext uri="{BB962C8B-B14F-4D97-AF65-F5344CB8AC3E}">
        <p14:creationId xmlns:p14="http://schemas.microsoft.com/office/powerpoint/2010/main" val="426207369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12648" y="762000"/>
            <a:ext cx="3713996" cy="2212313"/>
          </a:xfrm>
          <a:prstGeom prst="rect">
            <a:avLst/>
          </a:prstGeom>
        </p:spPr>
        <p:txBody>
          <a:bodyPr anchor="t">
            <a:normAutofit/>
          </a:bodyPr>
          <a:lstStyle>
            <a:lvl1pPr>
              <a:lnSpc>
                <a:spcPct val="120000"/>
              </a:lnSpc>
              <a:defRPr sz="2800"/>
            </a:lvl1pPr>
          </a:lstStyle>
          <a:p>
            <a:r>
              <a:rPr lang="en-US"/>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8" y="3401567"/>
            <a:ext cx="3713996" cy="2731008"/>
          </a:xfrm>
          <a:prstGeom prst="rect">
            <a:avLst/>
          </a:prstGeom>
        </p:spPr>
        <p:txBody>
          <a:bodyPr anchor="b"/>
          <a:lstStyle>
            <a:lvl1pPr marL="0" indent="0">
              <a:lnSpc>
                <a:spcPct val="130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Picture Placeholder 8">
            <a:extLst>
              <a:ext uri="{FF2B5EF4-FFF2-40B4-BE49-F238E27FC236}">
                <a16:creationId xmlns:a16="http://schemas.microsoft.com/office/drawing/2014/main" id="{BE5C5A3E-7D50-F47F-EB7E-84E9BE86B09F}"/>
              </a:ext>
            </a:extLst>
          </p:cNvPr>
          <p:cNvSpPr>
            <a:spLocks noGrp="1"/>
          </p:cNvSpPr>
          <p:nvPr>
            <p:ph type="pic" sz="quarter" idx="13" hasCustomPrompt="1"/>
          </p:nvPr>
        </p:nvSpPr>
        <p:spPr>
          <a:xfrm>
            <a:off x="5361359" y="762000"/>
            <a:ext cx="6068641" cy="5334000"/>
          </a:xfrm>
          <a:prstGeom prst="rect">
            <a:avLst/>
          </a:prstGeom>
          <a:blipFill>
            <a:blip r:embed="rId2">
              <a:alphaModFix amt="70000"/>
            </a:blip>
            <a:stretch>
              <a:fillRect/>
            </a:stretch>
          </a:blipFill>
        </p:spPr>
        <p:txBody>
          <a:bodyPr/>
          <a:lstStyle>
            <a:lvl1pPr marL="0" indent="0">
              <a:buNone/>
              <a:defRPr/>
            </a:lvl1pPr>
          </a:lstStyle>
          <a:p>
            <a:r>
              <a:rPr lang="en-US"/>
              <a:t> </a:t>
            </a:r>
          </a:p>
        </p:txBody>
      </p:sp>
      <p:sp>
        <p:nvSpPr>
          <p:cNvPr id="16" name="Footer Placeholder 15">
            <a:extLst>
              <a:ext uri="{FF2B5EF4-FFF2-40B4-BE49-F238E27FC236}">
                <a16:creationId xmlns:a16="http://schemas.microsoft.com/office/drawing/2014/main" id="{27DBDBE0-7D82-CCC0-82C8-C75970BFD286}"/>
              </a:ext>
            </a:extLst>
          </p:cNvPr>
          <p:cNvSpPr>
            <a:spLocks noGrp="1"/>
          </p:cNvSpPr>
          <p:nvPr>
            <p:ph type="ftr" sz="quarter" idx="15"/>
          </p:nvPr>
        </p:nvSpPr>
        <p:spPr/>
        <p:txBody>
          <a:bodyPr/>
          <a:lstStyle/>
          <a:p>
            <a:pPr algn="r"/>
            <a:r>
              <a:rPr lang="en-US"/>
              <a:t>Sample Footer Text</a:t>
            </a:r>
          </a:p>
        </p:txBody>
      </p:sp>
      <p:sp>
        <p:nvSpPr>
          <p:cNvPr id="17" name="Slide Number Placeholder 16">
            <a:extLst>
              <a:ext uri="{FF2B5EF4-FFF2-40B4-BE49-F238E27FC236}">
                <a16:creationId xmlns:a16="http://schemas.microsoft.com/office/drawing/2014/main" id="{098B971C-659F-56B1-E5C8-1551C52DEB0E}"/>
              </a:ext>
            </a:extLst>
          </p:cNvPr>
          <p:cNvSpPr>
            <a:spLocks noGrp="1"/>
          </p:cNvSpPr>
          <p:nvPr>
            <p:ph type="sldNum" sz="quarter" idx="16"/>
          </p:nvPr>
        </p:nvSpPr>
        <p:spPr/>
        <p:txBody>
          <a:bodyPr/>
          <a:lstStyle/>
          <a:p>
            <a:pPr algn="ctr"/>
            <a:fld id="{8D252C1B-CBF0-4A4D-8F57-7FB989103249}" type="slidenum">
              <a:rPr lang="en-US" smtClean="0"/>
              <a:pPr algn="ctr"/>
              <a:t>‹#›</a:t>
            </a:fld>
            <a:endParaRPr lang="en-US"/>
          </a:p>
        </p:txBody>
      </p:sp>
      <p:sp>
        <p:nvSpPr>
          <p:cNvPr id="15" name="Date Placeholder 14">
            <a:extLst>
              <a:ext uri="{FF2B5EF4-FFF2-40B4-BE49-F238E27FC236}">
                <a16:creationId xmlns:a16="http://schemas.microsoft.com/office/drawing/2014/main" id="{1018BD95-468D-0282-9949-1A0343239975}"/>
              </a:ext>
            </a:extLst>
          </p:cNvPr>
          <p:cNvSpPr>
            <a:spLocks noGrp="1"/>
          </p:cNvSpPr>
          <p:nvPr>
            <p:ph type="dt" sz="half" idx="14"/>
          </p:nvPr>
        </p:nvSpPr>
        <p:spPr/>
        <p:txBody>
          <a:bodyPr/>
          <a:lstStyle/>
          <a:p>
            <a:fld id="{5D4FB98F-DFF9-4531-9B19-10EA554FE457}" type="datetime4">
              <a:rPr lang="en-US" smtClean="0"/>
              <a:t>December 10, 2025</a:t>
            </a:fld>
            <a:endParaRPr lang="en-US"/>
          </a:p>
        </p:txBody>
      </p:sp>
    </p:spTree>
    <p:extLst>
      <p:ext uri="{BB962C8B-B14F-4D97-AF65-F5344CB8AC3E}">
        <p14:creationId xmlns:p14="http://schemas.microsoft.com/office/powerpoint/2010/main" val="1232919790"/>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4115FEF-9929-7E5F-F0A4-112836087D7B}"/>
              </a:ext>
            </a:extLst>
          </p:cNvPr>
          <p:cNvSpPr/>
          <p:nvPr/>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 name="Straight Connector 2">
            <a:extLst>
              <a:ext uri="{FF2B5EF4-FFF2-40B4-BE49-F238E27FC236}">
                <a16:creationId xmlns:a16="http://schemas.microsoft.com/office/drawing/2014/main" id="{937FE2A9-21DD-FB38-F9C9-5420B56B7136}"/>
              </a:ext>
              <a:ext uri="{C183D7F6-B498-43B3-948B-1728B52AA6E4}">
                <adec:decorative xmlns:adec="http://schemas.microsoft.com/office/drawing/2017/decorative" val="1"/>
              </a:ext>
            </a:extLst>
          </p:cNvPr>
          <p:cNvCxnSpPr>
            <a:cxnSpLocks/>
          </p:cNvCxnSpPr>
          <p:nvPr/>
        </p:nvCxnSpPr>
        <p:spPr>
          <a:xfrm>
            <a:off x="793007" y="761998"/>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1033272"/>
            <a:ext cx="10680191" cy="1901952"/>
          </a:xfrm>
          <a:prstGeom prst="rect">
            <a:avLst/>
          </a:prstGeom>
        </p:spPr>
        <p:txBody>
          <a:bodyPr anchor="t">
            <a:normAutofit/>
          </a:bodyPr>
          <a:lstStyle>
            <a:lvl1pPr>
              <a:lnSpc>
                <a:spcPct val="120000"/>
              </a:lnSpc>
              <a:defRPr sz="40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648" y="3593592"/>
            <a:ext cx="10680192" cy="2688336"/>
          </a:xfrm>
          <a:prstGeom prst="rect">
            <a:avLst/>
          </a:prstGeom>
        </p:spPr>
        <p:txBody>
          <a:bodyPr vert="horz" lIns="91440" tIns="45720" rIns="91440" bIns="45720" rtlCol="0">
            <a:normAutofit/>
          </a:bodyPr>
          <a:lstStyle>
            <a:lvl1pPr>
              <a:defRPr lang="en-US">
                <a:solidFill>
                  <a:schemeClr val="tx1"/>
                </a:solidFill>
              </a:defRPr>
            </a:lvl1pPr>
            <a:lvl2pPr>
              <a:defRPr lang="en-US">
                <a:solidFill>
                  <a:schemeClr val="tx1"/>
                </a:solidFill>
              </a:defRPr>
            </a:lvl2pPr>
            <a:lvl3pPr>
              <a:defRPr lang="en-US">
                <a:solidFill>
                  <a:schemeClr val="tx1"/>
                </a:solidFill>
              </a:defRPr>
            </a:lvl3pPr>
            <a:lvl4pPr>
              <a:defRPr lang="en-US">
                <a:solidFill>
                  <a:schemeClr val="tx1"/>
                </a:solidFill>
              </a:defRPr>
            </a:lvl4pPr>
            <a:lvl5pPr>
              <a:defRPr lang="en-US">
                <a:solidFill>
                  <a:schemeClr val="tx1"/>
                </a:solidFill>
              </a:defRPr>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p>
        </p:txBody>
      </p:sp>
      <p:sp>
        <p:nvSpPr>
          <p:cNvPr id="9" name="Footer Placeholder 8">
            <a:extLst>
              <a:ext uri="{FF2B5EF4-FFF2-40B4-BE49-F238E27FC236}">
                <a16:creationId xmlns:a16="http://schemas.microsoft.com/office/drawing/2014/main" id="{F424D638-A40E-7DBE-0BDA-0653484A371B}"/>
              </a:ext>
            </a:extLst>
          </p:cNvPr>
          <p:cNvSpPr>
            <a:spLocks noGrp="1"/>
          </p:cNvSpPr>
          <p:nvPr>
            <p:ph type="ftr" sz="quarter" idx="15"/>
          </p:nvPr>
        </p:nvSpPr>
        <p:spPr/>
        <p:txBody>
          <a:bodyPr/>
          <a:lstStyle>
            <a:lvl1pPr>
              <a:defRPr>
                <a:solidFill>
                  <a:schemeClr val="tx1"/>
                </a:solidFill>
              </a:defRPr>
            </a:lvl1pPr>
          </a:lstStyle>
          <a:p>
            <a:r>
              <a:rPr lang="en-US"/>
              <a:t>Sample Footer Text</a:t>
            </a:r>
          </a:p>
        </p:txBody>
      </p:sp>
      <p:sp>
        <p:nvSpPr>
          <p:cNvPr id="10" name="Slide Number Placeholder 9">
            <a:extLst>
              <a:ext uri="{FF2B5EF4-FFF2-40B4-BE49-F238E27FC236}">
                <a16:creationId xmlns:a16="http://schemas.microsoft.com/office/drawing/2014/main" id="{D432539E-E64F-6ECB-8128-09189D20DDE8}"/>
              </a:ext>
            </a:extLst>
          </p:cNvPr>
          <p:cNvSpPr>
            <a:spLocks noGrp="1"/>
          </p:cNvSpPr>
          <p:nvPr>
            <p:ph type="sldNum" sz="quarter" idx="16"/>
          </p:nvPr>
        </p:nvSpPr>
        <p:spPr/>
        <p:txBody>
          <a:bodyPr/>
          <a:lstStyle>
            <a:lvl1pPr>
              <a:defRPr>
                <a:solidFill>
                  <a:schemeClr val="tx1"/>
                </a:solidFill>
              </a:defRPr>
            </a:lvl1pPr>
          </a:lstStyle>
          <a:p>
            <a:fld id="{8D252C1B-CBF0-4A4D-8F57-7FB989103249}" type="slidenum">
              <a:rPr lang="en-US" smtClean="0"/>
              <a:pPr/>
              <a:t>‹#›</a:t>
            </a:fld>
            <a:endParaRPr lang="en-US"/>
          </a:p>
        </p:txBody>
      </p:sp>
      <p:sp>
        <p:nvSpPr>
          <p:cNvPr id="7" name="Date Placeholder 6">
            <a:extLst>
              <a:ext uri="{FF2B5EF4-FFF2-40B4-BE49-F238E27FC236}">
                <a16:creationId xmlns:a16="http://schemas.microsoft.com/office/drawing/2014/main" id="{260958E1-1A6E-215C-E558-5C2B7E025D13}"/>
              </a:ext>
            </a:extLst>
          </p:cNvPr>
          <p:cNvSpPr>
            <a:spLocks noGrp="1"/>
          </p:cNvSpPr>
          <p:nvPr>
            <p:ph type="dt" sz="half" idx="14"/>
          </p:nvPr>
        </p:nvSpPr>
        <p:spPr/>
        <p:txBody>
          <a:bodyPr/>
          <a:lstStyle>
            <a:lvl1pPr>
              <a:defRPr>
                <a:solidFill>
                  <a:schemeClr val="tx1"/>
                </a:solidFill>
              </a:defRPr>
            </a:lvl1pPr>
          </a:lstStyle>
          <a:p>
            <a:fld id="{C893B396-7097-498E-8C2A-9D79ADCCCAED}" type="datetime4">
              <a:rPr lang="en-US" smtClean="0"/>
              <a:t>December 10, 2025</a:t>
            </a:fld>
            <a:endParaRPr lang="en-US"/>
          </a:p>
        </p:txBody>
      </p:sp>
    </p:spTree>
    <p:extLst>
      <p:ext uri="{BB962C8B-B14F-4D97-AF65-F5344CB8AC3E}">
        <p14:creationId xmlns:p14="http://schemas.microsoft.com/office/powerpoint/2010/main" val="2345424658"/>
      </p:ext>
    </p:extLst>
  </p:cSld>
  <p:clrMapOvr>
    <a:overrideClrMapping bg1="dk1" tx1="lt1" bg2="dk2" tx2="lt2" accent1="accent1" accent2="accent2" accent3="accent3" accent4="accent4" accent5="accent5" accent6="accent6" hlink="hlink" folHlink="folHlink"/>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E329EFD-F995-2B63-9CDE-9794EE624A63}"/>
              </a:ext>
            </a:extLst>
          </p:cNvPr>
          <p:cNvSpPr/>
          <p:nvPr/>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Oval 2">
            <a:extLst>
              <a:ext uri="{FF2B5EF4-FFF2-40B4-BE49-F238E27FC236}">
                <a16:creationId xmlns:a16="http://schemas.microsoft.com/office/drawing/2014/main" id="{89CBFB52-CE70-A084-2784-8ADA5CBB0506}"/>
              </a:ext>
              <a:ext uri="{C183D7F6-B498-43B3-948B-1728B52AA6E4}">
                <adec:decorative xmlns:adec="http://schemas.microsoft.com/office/drawing/2017/decorative" val="1"/>
              </a:ext>
            </a:extLst>
          </p:cNvPr>
          <p:cNvSpPr/>
          <p:nvPr/>
        </p:nvSpPr>
        <p:spPr>
          <a:xfrm>
            <a:off x="733197" y="1114197"/>
            <a:ext cx="4629606" cy="462960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59536" y="2441448"/>
            <a:ext cx="4389120" cy="1984248"/>
          </a:xfrm>
          <a:prstGeom prst="rect">
            <a:avLst/>
          </a:prstGeom>
        </p:spPr>
        <p:txBody>
          <a:bodyPr anchor="ctr">
            <a:normAutofit/>
          </a:bodyPr>
          <a:lstStyle>
            <a:lvl1pPr algn="ctr">
              <a:lnSpc>
                <a:spcPct val="120000"/>
              </a:lnSpc>
              <a:defRPr sz="4000">
                <a:solidFill>
                  <a:schemeClr val="bg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272786" y="1792224"/>
            <a:ext cx="4626864" cy="3529584"/>
          </a:xfrm>
          <a:prstGeom prst="rect">
            <a:avLst/>
          </a:prstGeom>
        </p:spPr>
        <p:txBody>
          <a:bodyPr vert="horz" lIns="91440" tIns="45720" rIns="91440" bIns="45720" rtlCol="0" anchor="ctr">
            <a:normAutofit/>
          </a:bodyPr>
          <a:lstStyle>
            <a:lvl1pPr marL="0" indent="0">
              <a:lnSpc>
                <a:spcPct val="130000"/>
              </a:lnSpc>
              <a:buNone/>
              <a:defRPr lang="en-US" sz="2400" dirty="0">
                <a:solidFill>
                  <a:schemeClr val="tx1"/>
                </a:solidFill>
              </a:defRPr>
            </a:lvl1pPr>
            <a:lvl2pPr marL="228600" indent="0">
              <a:lnSpc>
                <a:spcPct val="130000"/>
              </a:lnSpc>
              <a:buNone/>
              <a:defRPr lang="en-US" sz="2000" dirty="0">
                <a:solidFill>
                  <a:schemeClr val="tx1"/>
                </a:solidFill>
              </a:defRPr>
            </a:lvl2pPr>
            <a:lvl3pPr marL="457200" indent="0">
              <a:lnSpc>
                <a:spcPct val="130000"/>
              </a:lnSpc>
              <a:buNone/>
              <a:defRPr lang="en-US" sz="1800" dirty="0">
                <a:solidFill>
                  <a:schemeClr val="tx1"/>
                </a:solidFill>
              </a:defRPr>
            </a:lvl3pPr>
            <a:lvl4pPr marL="685800" indent="0">
              <a:lnSpc>
                <a:spcPct val="130000"/>
              </a:lnSpc>
              <a:buNone/>
              <a:defRPr lang="en-US" sz="1600" dirty="0">
                <a:solidFill>
                  <a:schemeClr val="tx1"/>
                </a:solidFill>
              </a:defRPr>
            </a:lvl4pPr>
            <a:lvl5pPr marL="914400" indent="0">
              <a:lnSpc>
                <a:spcPct val="130000"/>
              </a:lnSpc>
              <a:buNone/>
              <a:defRPr lang="en-US" sz="1400" dirty="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Footer Placeholder 11">
            <a:extLst>
              <a:ext uri="{FF2B5EF4-FFF2-40B4-BE49-F238E27FC236}">
                <a16:creationId xmlns:a16="http://schemas.microsoft.com/office/drawing/2014/main" id="{AD01EFD6-9B00-587B-896E-04546E348CB7}"/>
              </a:ext>
            </a:extLst>
          </p:cNvPr>
          <p:cNvSpPr>
            <a:spLocks noGrp="1"/>
          </p:cNvSpPr>
          <p:nvPr>
            <p:ph type="ftr" sz="quarter" idx="16"/>
          </p:nvPr>
        </p:nvSpPr>
        <p:spPr/>
        <p:txBody>
          <a:bodyPr/>
          <a:lstStyle>
            <a:lvl1pPr>
              <a:defRPr>
                <a:solidFill>
                  <a:schemeClr val="tx1"/>
                </a:solidFill>
              </a:defRPr>
            </a:lvl1pPr>
          </a:lstStyle>
          <a:p>
            <a:r>
              <a:rPr lang="en-US"/>
              <a:t>Sample Footer Text</a:t>
            </a:r>
          </a:p>
        </p:txBody>
      </p:sp>
      <p:sp>
        <p:nvSpPr>
          <p:cNvPr id="13" name="Slide Number Placeholder 12">
            <a:extLst>
              <a:ext uri="{FF2B5EF4-FFF2-40B4-BE49-F238E27FC236}">
                <a16:creationId xmlns:a16="http://schemas.microsoft.com/office/drawing/2014/main" id="{16E3DBA5-3A5D-C80F-F079-E97456BEC2FA}"/>
              </a:ext>
            </a:extLst>
          </p:cNvPr>
          <p:cNvSpPr>
            <a:spLocks noGrp="1"/>
          </p:cNvSpPr>
          <p:nvPr>
            <p:ph type="sldNum" sz="quarter" idx="17"/>
          </p:nvPr>
        </p:nvSpPr>
        <p:spPr/>
        <p:txBody>
          <a:bodyPr/>
          <a:lstStyle>
            <a:lvl1pPr>
              <a:defRPr>
                <a:solidFill>
                  <a:schemeClr val="tx1"/>
                </a:solidFill>
              </a:defRPr>
            </a:lvl1pPr>
          </a:lstStyle>
          <a:p>
            <a:fld id="{8D252C1B-CBF0-4A4D-8F57-7FB989103249}" type="slidenum">
              <a:rPr lang="en-US" smtClean="0"/>
              <a:pPr/>
              <a:t>‹#›</a:t>
            </a:fld>
            <a:endParaRPr lang="en-US"/>
          </a:p>
        </p:txBody>
      </p:sp>
      <p:sp>
        <p:nvSpPr>
          <p:cNvPr id="11" name="Date Placeholder 10">
            <a:extLst>
              <a:ext uri="{FF2B5EF4-FFF2-40B4-BE49-F238E27FC236}">
                <a16:creationId xmlns:a16="http://schemas.microsoft.com/office/drawing/2014/main" id="{7470B87B-1EC8-FB40-1A35-1CFC24500D80}"/>
              </a:ext>
            </a:extLst>
          </p:cNvPr>
          <p:cNvSpPr>
            <a:spLocks noGrp="1"/>
          </p:cNvSpPr>
          <p:nvPr>
            <p:ph type="dt" sz="half" idx="15"/>
          </p:nvPr>
        </p:nvSpPr>
        <p:spPr/>
        <p:txBody>
          <a:bodyPr/>
          <a:lstStyle>
            <a:lvl1pPr>
              <a:defRPr>
                <a:solidFill>
                  <a:schemeClr val="tx1"/>
                </a:solidFill>
              </a:defRPr>
            </a:lvl1pPr>
          </a:lstStyle>
          <a:p>
            <a:fld id="{F6C243A7-CA09-4236-A001-D0FE00D74803}" type="datetime4">
              <a:rPr lang="en-US" smtClean="0"/>
              <a:t>December 10, 2025</a:t>
            </a:fld>
            <a:endParaRPr lang="en-US"/>
          </a:p>
        </p:txBody>
      </p:sp>
    </p:spTree>
    <p:extLst>
      <p:ext uri="{BB962C8B-B14F-4D97-AF65-F5344CB8AC3E}">
        <p14:creationId xmlns:p14="http://schemas.microsoft.com/office/powerpoint/2010/main" val="3539985581"/>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Title Placeholder 7">
            <a:extLst>
              <a:ext uri="{FF2B5EF4-FFF2-40B4-BE49-F238E27FC236}">
                <a16:creationId xmlns:a16="http://schemas.microsoft.com/office/drawing/2014/main" id="{84B65554-DB7D-CC81-D612-8170BD715444}"/>
              </a:ext>
            </a:extLst>
          </p:cNvPr>
          <p:cNvSpPr>
            <a:spLocks noGrp="1"/>
          </p:cNvSpPr>
          <p:nvPr>
            <p:ph type="title"/>
          </p:nvPr>
        </p:nvSpPr>
        <p:spPr>
          <a:xfrm>
            <a:off x="612648" y="365125"/>
            <a:ext cx="10515600" cy="1325563"/>
          </a:xfrm>
          <a:prstGeom prst="rect">
            <a:avLst/>
          </a:prstGeom>
        </p:spPr>
        <p:txBody>
          <a:bodyPr vert="horz" lIns="91440" tIns="45720" rIns="91440" bIns="45720" rtlCol="0" anchor="b">
            <a:normAutofit/>
          </a:bodyPr>
          <a:lstStyle/>
          <a:p>
            <a:r>
              <a:rPr lang="en-US"/>
              <a:t>Click to edit Master title style</a:t>
            </a:r>
          </a:p>
        </p:txBody>
      </p:sp>
      <p:sp>
        <p:nvSpPr>
          <p:cNvPr id="7" name="Text Placeholder 6">
            <a:extLst>
              <a:ext uri="{FF2B5EF4-FFF2-40B4-BE49-F238E27FC236}">
                <a16:creationId xmlns:a16="http://schemas.microsoft.com/office/drawing/2014/main" id="{46EA75EC-5FB9-4085-AA9C-B50367B6E92D}"/>
              </a:ext>
            </a:extLst>
          </p:cNvPr>
          <p:cNvSpPr>
            <a:spLocks noGrp="1"/>
          </p:cNvSpPr>
          <p:nvPr>
            <p:ph type="body" idx="1"/>
          </p:nvPr>
        </p:nvSpPr>
        <p:spPr>
          <a:xfrm>
            <a:off x="612648"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673E5B98-AB07-09F6-04F8-C2EB3C12CD78}"/>
              </a:ext>
            </a:extLst>
          </p:cNvPr>
          <p:cNvSpPr>
            <a:spLocks noGrp="1"/>
          </p:cNvSpPr>
          <p:nvPr>
            <p:ph type="ftr" sz="quarter" idx="3"/>
          </p:nvPr>
        </p:nvSpPr>
        <p:spPr>
          <a:xfrm rot="5400000">
            <a:off x="10469880" y="1609344"/>
            <a:ext cx="2670048" cy="365125"/>
          </a:xfrm>
          <a:prstGeom prst="rect">
            <a:avLst/>
          </a:prstGeom>
        </p:spPr>
        <p:txBody>
          <a:bodyPr vert="horz" lIns="91440" tIns="45720" rIns="91440" bIns="45720" rtlCol="0" anchor="ctr"/>
          <a:lstStyle>
            <a:lvl1pPr algn="r">
              <a:defRPr sz="700" b="1" cap="all" spc="300" baseline="0">
                <a:solidFill>
                  <a:schemeClr val="tx1"/>
                </a:solidFill>
              </a:defRPr>
            </a:lvl1pPr>
          </a:lstStyle>
          <a:p>
            <a:pPr algn="r"/>
            <a:r>
              <a:rPr lang="en-US"/>
              <a:t>Sample Footer Text</a:t>
            </a:r>
          </a:p>
        </p:txBody>
      </p:sp>
      <p:sp>
        <p:nvSpPr>
          <p:cNvPr id="6" name="Slide Number Placeholder 5">
            <a:extLst>
              <a:ext uri="{FF2B5EF4-FFF2-40B4-BE49-F238E27FC236}">
                <a16:creationId xmlns:a16="http://schemas.microsoft.com/office/drawing/2014/main" id="{0332D13A-F013-C2CA-B786-0E62D0843407}"/>
              </a:ext>
            </a:extLst>
          </p:cNvPr>
          <p:cNvSpPr>
            <a:spLocks noGrp="1"/>
          </p:cNvSpPr>
          <p:nvPr>
            <p:ph type="sldNum" sz="quarter" idx="4"/>
          </p:nvPr>
        </p:nvSpPr>
        <p:spPr>
          <a:xfrm>
            <a:off x="11494008" y="3218688"/>
            <a:ext cx="630936" cy="429768"/>
          </a:xfrm>
          <a:prstGeom prst="rect">
            <a:avLst/>
          </a:prstGeom>
        </p:spPr>
        <p:txBody>
          <a:bodyPr vert="horz" lIns="91440" tIns="45720" rIns="91440" bIns="45720" rtlCol="0" anchor="ctr"/>
          <a:lstStyle>
            <a:lvl1pPr algn="ctr">
              <a:defRPr sz="1600" b="1">
                <a:solidFill>
                  <a:schemeClr val="tx1"/>
                </a:solidFill>
                <a:latin typeface="+mj-lt"/>
              </a:defRPr>
            </a:lvl1pPr>
          </a:lstStyle>
          <a:p>
            <a:pPr algn="ctr"/>
            <a:fld id="{8D252C1B-CBF0-4A4D-8F57-7FB989103249}" type="slidenum">
              <a:rPr lang="en-US" smtClean="0"/>
              <a:pPr algn="ctr"/>
              <a:t>‹#›</a:t>
            </a:fld>
            <a:endParaRPr lang="en-US"/>
          </a:p>
        </p:txBody>
      </p:sp>
      <p:sp>
        <p:nvSpPr>
          <p:cNvPr id="4" name="Date Placeholder 3">
            <a:extLst>
              <a:ext uri="{FF2B5EF4-FFF2-40B4-BE49-F238E27FC236}">
                <a16:creationId xmlns:a16="http://schemas.microsoft.com/office/drawing/2014/main" id="{1E9F681B-72AC-AD9A-C239-A41763E16ADA}"/>
              </a:ext>
            </a:extLst>
          </p:cNvPr>
          <p:cNvSpPr>
            <a:spLocks noGrp="1"/>
          </p:cNvSpPr>
          <p:nvPr>
            <p:ph type="dt" sz="half" idx="2"/>
          </p:nvPr>
        </p:nvSpPr>
        <p:spPr>
          <a:xfrm rot="5400000">
            <a:off x="10479024" y="4882896"/>
            <a:ext cx="2670048" cy="365125"/>
          </a:xfrm>
          <a:prstGeom prst="rect">
            <a:avLst/>
          </a:prstGeom>
        </p:spPr>
        <p:txBody>
          <a:bodyPr vert="horz" lIns="91440" tIns="45720" rIns="91440" bIns="45720" rtlCol="0" anchor="ctr"/>
          <a:lstStyle>
            <a:lvl1pPr algn="l">
              <a:defRPr sz="700" b="1" cap="all" spc="300" baseline="0">
                <a:solidFill>
                  <a:schemeClr val="tx1"/>
                </a:solidFill>
              </a:defRPr>
            </a:lvl1pPr>
          </a:lstStyle>
          <a:p>
            <a:fld id="{6EA11648-0C4F-47A6-87C5-F11B07111556}" type="datetime4">
              <a:rPr lang="en-US" smtClean="0"/>
              <a:t>December 10, 2025</a:t>
            </a:fld>
            <a:endParaRPr lang="en-US"/>
          </a:p>
        </p:txBody>
      </p:sp>
    </p:spTree>
    <p:extLst>
      <p:ext uri="{BB962C8B-B14F-4D97-AF65-F5344CB8AC3E}">
        <p14:creationId xmlns:p14="http://schemas.microsoft.com/office/powerpoint/2010/main" val="179881722"/>
      </p:ext>
    </p:extLst>
  </p:cSld>
  <p:clrMap bg1="lt1" tx1="dk1" bg2="lt2" tx2="dk2" accent1="accent1" accent2="accent2" accent3="accent3" accent4="accent4" accent5="accent5" accent6="accent6" hlink="hlink" folHlink="folHlink"/>
  <p:sldLayoutIdLst>
    <p:sldLayoutId id="2147483873" r:id="rId1"/>
    <p:sldLayoutId id="2147483882" r:id="rId2"/>
    <p:sldLayoutId id="2147483871" r:id="rId3"/>
    <p:sldLayoutId id="2147483872" r:id="rId4"/>
    <p:sldLayoutId id="2147483874" r:id="rId5"/>
    <p:sldLayoutId id="2147483867" r:id="rId6"/>
    <p:sldLayoutId id="2147483868" r:id="rId7"/>
    <p:sldLayoutId id="2147483869" r:id="rId8"/>
    <p:sldLayoutId id="2147483870" r:id="rId9"/>
    <p:sldLayoutId id="2147483875" r:id="rId10"/>
    <p:sldLayoutId id="2147483877" r:id="rId11"/>
    <p:sldLayoutId id="2147483878" r:id="rId12"/>
    <p:sldLayoutId id="2147483879" r:id="rId13"/>
    <p:sldLayoutId id="2147483883" r:id="rId14"/>
    <p:sldLayoutId id="2147483884" r:id="rId15"/>
    <p:sldLayoutId id="2147483885" r:id="rId16"/>
    <p:sldLayoutId id="2147483886" r:id="rId17"/>
    <p:sldLayoutId id="2147483887" r:id="rId18"/>
    <p:sldLayoutId id="2147483888" r:id="rId19"/>
    <p:sldLayoutId id="2147483889" r:id="rId20"/>
    <p:sldLayoutId id="2147483890" r:id="rId21"/>
    <p:sldLayoutId id="2147483891" r:id="rId22"/>
    <p:sldLayoutId id="2147483892" r:id="rId23"/>
    <p:sldLayoutId id="2147483893" r:id="rId24"/>
    <p:sldLayoutId id="2147483894" r:id="rId25"/>
    <p:sldLayoutId id="2147483895" r:id="rId26"/>
    <p:sldLayoutId id="2147483896" r:id="rId27"/>
    <p:sldLayoutId id="2147483897" r:id="rId28"/>
    <p:sldLayoutId id="2147483898" r:id="rId29"/>
    <p:sldLayoutId id="2147483899" r:id="rId30"/>
    <p:sldLayoutId id="2147483900" r:id="rId31"/>
    <p:sldLayoutId id="2147483901" r:id="rId32"/>
    <p:sldLayoutId id="2147483902" r:id="rId33"/>
    <p:sldLayoutId id="2147483903" r:id="rId34"/>
    <p:sldLayoutId id="2147483904" r:id="rId35"/>
    <p:sldLayoutId id="2147483905" r:id="rId36"/>
    <p:sldLayoutId id="2147483928" r:id="rId37"/>
    <p:sldLayoutId id="2147483929" r:id="rId38"/>
    <p:sldLayoutId id="2147483930" r:id="rId39"/>
    <p:sldLayoutId id="2147483909" r:id="rId40"/>
    <p:sldLayoutId id="2147483910" r:id="rId41"/>
    <p:sldLayoutId id="2147483911" r:id="rId42"/>
    <p:sldLayoutId id="2147483924" r:id="rId43"/>
    <p:sldLayoutId id="2147483925" r:id="rId44"/>
    <p:sldLayoutId id="2147483926" r:id="rId45"/>
    <p:sldLayoutId id="2147483927" r:id="rId46"/>
    <p:sldLayoutId id="2147483916" r:id="rId47"/>
    <p:sldLayoutId id="2147483917" r:id="rId48"/>
    <p:sldLayoutId id="2147483918" r:id="rId49"/>
    <p:sldLayoutId id="2147483919" r:id="rId50"/>
    <p:sldLayoutId id="2147483920" r:id="rId51"/>
    <p:sldLayoutId id="2147483921" r:id="rId52"/>
    <p:sldLayoutId id="2147483922" r:id="rId53"/>
    <p:sldLayoutId id="2147483923" r:id="rId54"/>
  </p:sldLayoutIdLst>
  <p:hf sldNum="0" hdr="0" ftr="0" dt="0"/>
  <p:txStyles>
    <p:titleStyle>
      <a:lvl1pPr algn="l" defTabSz="914400" rtl="0" eaLnBrk="1" latinLnBrk="0" hangingPunct="1">
        <a:lnSpc>
          <a:spcPct val="120000"/>
        </a:lnSpc>
        <a:spcBef>
          <a:spcPct val="0"/>
        </a:spcBef>
        <a:buNone/>
        <a:defRPr lang="en-US" sz="2800" b="1" kern="1200" cap="all" spc="500" baseline="0" dirty="0">
          <a:solidFill>
            <a:schemeClr val="tx1"/>
          </a:solidFill>
          <a:latin typeface="+mj-lt"/>
          <a:ea typeface="+mj-ea"/>
          <a:cs typeface="+mj-cs"/>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lang="en-US" sz="1400" kern="1200" smtClean="0">
          <a:solidFill>
            <a:schemeClr val="tx1"/>
          </a:solidFill>
          <a:latin typeface="+mn-lt"/>
          <a:ea typeface="+mn-ea"/>
          <a:cs typeface="+mn-cs"/>
        </a:defRPr>
      </a:lvl1pPr>
      <a:lvl2pPr marL="457200" indent="-228600" algn="l" defTabSz="914400" rtl="0" eaLnBrk="1" latinLnBrk="0" hangingPunct="1">
        <a:lnSpc>
          <a:spcPct val="130000"/>
        </a:lnSpc>
        <a:spcBef>
          <a:spcPts val="500"/>
        </a:spcBef>
        <a:buFont typeface="Arial" panose="020B0604020202020204" pitchFamily="34" charset="0"/>
        <a:buChar char="•"/>
        <a:defRPr lang="en-US" sz="1400" kern="1200" smtClean="0">
          <a:solidFill>
            <a:schemeClr val="tx1"/>
          </a:solidFill>
          <a:latin typeface="+mn-lt"/>
          <a:ea typeface="+mn-ea"/>
          <a:cs typeface="+mn-cs"/>
        </a:defRPr>
      </a:lvl2pPr>
      <a:lvl3pPr marL="685800" indent="-228600" algn="l" defTabSz="914400" rtl="0" eaLnBrk="1" latinLnBrk="0" hangingPunct="1">
        <a:lnSpc>
          <a:spcPct val="130000"/>
        </a:lnSpc>
        <a:spcBef>
          <a:spcPts val="500"/>
        </a:spcBef>
        <a:buFont typeface="Arial" panose="020B0604020202020204" pitchFamily="34" charset="0"/>
        <a:buChar char="•"/>
        <a:defRPr lang="en-US" sz="1400" kern="1200" smtClean="0">
          <a:solidFill>
            <a:schemeClr val="tx1"/>
          </a:solidFill>
          <a:latin typeface="+mn-lt"/>
          <a:ea typeface="+mn-ea"/>
          <a:cs typeface="+mn-cs"/>
        </a:defRPr>
      </a:lvl3pPr>
      <a:lvl4pPr marL="914400" indent="-228600" algn="l" defTabSz="914400" rtl="0" eaLnBrk="1" latinLnBrk="0" hangingPunct="1">
        <a:lnSpc>
          <a:spcPct val="130000"/>
        </a:lnSpc>
        <a:spcBef>
          <a:spcPts val="500"/>
        </a:spcBef>
        <a:buFont typeface="Arial" panose="020B0604020202020204" pitchFamily="34" charset="0"/>
        <a:buChar char="•"/>
        <a:defRPr lang="en-US" sz="1400" kern="1200" smtClean="0">
          <a:solidFill>
            <a:schemeClr val="tx1"/>
          </a:solidFill>
          <a:latin typeface="+mn-lt"/>
          <a:ea typeface="+mn-ea"/>
          <a:cs typeface="+mn-cs"/>
        </a:defRPr>
      </a:lvl4pPr>
      <a:lvl5pPr marL="1143000" indent="-228600" algn="l" defTabSz="914400" rtl="0" eaLnBrk="1" latinLnBrk="0" hangingPunct="1">
        <a:lnSpc>
          <a:spcPct val="130000"/>
        </a:lnSpc>
        <a:spcBef>
          <a:spcPts val="500"/>
        </a:spcBef>
        <a:buFont typeface="Arial" panose="020B0604020202020204" pitchFamily="34" charset="0"/>
        <a:buChar char="•"/>
        <a:defRPr lang="en-US"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xml"/><Relationship Id="rId1" Type="http://schemas.openxmlformats.org/officeDocument/2006/relationships/slideLayout" Target="../slideLayouts/slideLayout35.xml"/></Relationships>
</file>

<file path=ppt/slides/_rels/slide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4.xml"/><Relationship Id="rId1" Type="http://schemas.openxmlformats.org/officeDocument/2006/relationships/slideLayout" Target="../slideLayouts/slideLayout29.xml"/></Relationships>
</file>

<file path=ppt/slides/_rels/slide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5.xml"/><Relationship Id="rId1" Type="http://schemas.openxmlformats.org/officeDocument/2006/relationships/slideLayout" Target="../slideLayouts/slideLayout35.xml"/></Relationships>
</file>

<file path=ppt/slides/_rels/slide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6.xml"/><Relationship Id="rId1" Type="http://schemas.openxmlformats.org/officeDocument/2006/relationships/slideLayout" Target="../slideLayouts/slideLayout33.xml"/></Relationships>
</file>

<file path=ppt/slides/_rels/slide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7.xml"/><Relationship Id="rId1" Type="http://schemas.openxmlformats.org/officeDocument/2006/relationships/slideLayout" Target="../slideLayouts/slideLayout35.xml"/></Relationships>
</file>

<file path=ppt/slides/_rels/slide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8.xml"/><Relationship Id="rId1" Type="http://schemas.openxmlformats.org/officeDocument/2006/relationships/slideLayout" Target="../slideLayouts/slideLayout35.xml"/></Relationships>
</file>

<file path=ppt/slides/_rels/slide9.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9.xml"/><Relationship Id="rId1" Type="http://schemas.openxmlformats.org/officeDocument/2006/relationships/slideLayout" Target="../slideLayouts/slideLayout35.xml"/></Relationships>
</file>

<file path=ppt/slides/_rels/slide10.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0.xml"/><Relationship Id="rId1" Type="http://schemas.openxmlformats.org/officeDocument/2006/relationships/slideLayout" Target="../slideLayouts/slideLayout2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ADD877-42E5-7554-F248-544CEE58443D}"/>
              </a:ext>
            </a:extLst>
          </p:cNvPr>
          <p:cNvSpPr>
            <a:spLocks noGrp="1"/>
          </p:cNvSpPr>
          <p:nvPr>
            <p:ph type="ctrTitle"/>
          </p:nvPr>
        </p:nvSpPr>
        <p:spPr>
          <a:xfrm>
            <a:off x="1345999" y="1236272"/>
            <a:ext cx="3959352" cy="2885843"/>
          </a:xfrm>
        </p:spPr>
        <p:txBody>
          <a:bodyPr anchor="t">
            <a:normAutofit/>
          </a:bodyPr>
          <a:lstStyle/>
          <a:p>
            <a:pPr>
              <a:lnSpc>
                <a:spcPct val="110000"/>
              </a:lnSpc>
            </a:pPr>
            <a:r>
              <a:rPr lang="en-US" sz="2800"/>
              <a:t>Steps to Develop a Machine Learning Classification Model</a:t>
            </a:r>
          </a:p>
        </p:txBody>
      </p:sp>
      <p:sp>
        <p:nvSpPr>
          <p:cNvPr id="3" name="Subtitle 2">
            <a:extLst>
              <a:ext uri="{FF2B5EF4-FFF2-40B4-BE49-F238E27FC236}">
                <a16:creationId xmlns:a16="http://schemas.microsoft.com/office/drawing/2014/main" id="{C1DE3165-399B-AB43-4825-1B4115CB5A90}"/>
              </a:ext>
            </a:extLst>
          </p:cNvPr>
          <p:cNvSpPr>
            <a:spLocks noGrp="1"/>
          </p:cNvSpPr>
          <p:nvPr>
            <p:ph type="subTitle" idx="1"/>
          </p:nvPr>
        </p:nvSpPr>
        <p:spPr>
          <a:xfrm>
            <a:off x="1355143" y="5029200"/>
            <a:ext cx="3941064" cy="786384"/>
          </a:xfrm>
        </p:spPr>
        <p:txBody>
          <a:bodyPr>
            <a:normAutofit/>
          </a:bodyPr>
          <a:lstStyle/>
          <a:p>
            <a:r>
              <a:rPr lang="en-US"/>
              <a:t>Essential phases involved in building accurate classification systems</a:t>
            </a:r>
          </a:p>
        </p:txBody>
      </p:sp>
      <p:pic>
        <p:nvPicPr>
          <p:cNvPr id="5" name="Picture Placeholder 4" descr="AI Artificial intelligence abstract neural network future technology internet of things big data">
            <a:extLst>
              <a:ext uri="{FF2B5EF4-FFF2-40B4-BE49-F238E27FC236}">
                <a16:creationId xmlns:a16="http://schemas.microsoft.com/office/drawing/2014/main" id="{4AA443D7-0CA7-428D-AA3F-8B007A62ED76}"/>
              </a:ext>
            </a:extLst>
          </p:cNvPr>
          <p:cNvPicPr>
            <a:picLocks noGrp="1" noChangeAspect="1"/>
          </p:cNvPicPr>
          <p:nvPr>
            <p:ph type="pic" sz="quarter" idx="13"/>
          </p:nvPr>
        </p:nvPicPr>
        <p:blipFill>
          <a:blip r:embed="rId3"/>
          <a:srcRect l="11985" r="12929"/>
          <a:stretch>
            <a:fillRect/>
          </a:stretch>
        </p:blipFill>
        <p:spPr>
          <a:xfrm>
            <a:off x="6099048" y="758951"/>
            <a:ext cx="5340096" cy="5333995"/>
          </a:xfrm>
          <a:custGeom>
            <a:avLst/>
            <a:gdLst>
              <a:gd name="connsiteX0" fmla="*/ 3048000 w 12192000"/>
              <a:gd name="connsiteY0" fmla="*/ 1114197 h 6858000"/>
              <a:gd name="connsiteX1" fmla="*/ 733197 w 12192000"/>
              <a:gd name="connsiteY1" fmla="*/ 3429000 h 6858000"/>
              <a:gd name="connsiteX2" fmla="*/ 3048000 w 12192000"/>
              <a:gd name="connsiteY2" fmla="*/ 5743803 h 6858000"/>
              <a:gd name="connsiteX3" fmla="*/ 5362803 w 12192000"/>
              <a:gd name="connsiteY3" fmla="*/ 3429000 h 6858000"/>
              <a:gd name="connsiteX4" fmla="*/ 3048000 w 12192000"/>
              <a:gd name="connsiteY4" fmla="*/ 1114197 h 6858000"/>
              <a:gd name="connsiteX5" fmla="*/ 0 w 12192000"/>
              <a:gd name="connsiteY5" fmla="*/ 0 h 6858000"/>
              <a:gd name="connsiteX6" fmla="*/ 12192000 w 12192000"/>
              <a:gd name="connsiteY6" fmla="*/ 0 h 6858000"/>
              <a:gd name="connsiteX7" fmla="*/ 12192000 w 12192000"/>
              <a:gd name="connsiteY7" fmla="*/ 6858000 h 6858000"/>
              <a:gd name="connsiteX8" fmla="*/ 0 w 12192000"/>
              <a:gd name="connsiteY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6858000">
                <a:moveTo>
                  <a:pt x="3048000" y="1114197"/>
                </a:moveTo>
                <a:cubicBezTo>
                  <a:pt x="1769570" y="1114197"/>
                  <a:pt x="733197" y="2150570"/>
                  <a:pt x="733197" y="3429000"/>
                </a:cubicBezTo>
                <a:cubicBezTo>
                  <a:pt x="733197" y="4707430"/>
                  <a:pt x="1769570" y="5743803"/>
                  <a:pt x="3048000" y="5743803"/>
                </a:cubicBezTo>
                <a:cubicBezTo>
                  <a:pt x="4326430" y="5743803"/>
                  <a:pt x="5362803" y="4707430"/>
                  <a:pt x="5362803" y="3429000"/>
                </a:cubicBezTo>
                <a:cubicBezTo>
                  <a:pt x="5362803" y="2150570"/>
                  <a:pt x="4326430" y="1114197"/>
                  <a:pt x="3048000" y="1114197"/>
                </a:cubicBezTo>
                <a:close/>
                <a:moveTo>
                  <a:pt x="0" y="0"/>
                </a:moveTo>
                <a:lnTo>
                  <a:pt x="12192000" y="0"/>
                </a:lnTo>
                <a:lnTo>
                  <a:pt x="12192000" y="6858000"/>
                </a:lnTo>
                <a:lnTo>
                  <a:pt x="0" y="6858000"/>
                </a:lnTo>
                <a:close/>
              </a:path>
            </a:pathLst>
          </a:custGeom>
          <a:noFill/>
        </p:spPr>
      </p:pic>
    </p:spTree>
    <p:extLst>
      <p:ext uri="{BB962C8B-B14F-4D97-AF65-F5344CB8AC3E}">
        <p14:creationId xmlns:p14="http://schemas.microsoft.com/office/powerpoint/2010/main" val="30712587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10" presetClass="entr" presetSubtype="0" fill="hold" grpId="1" nodeType="withEffect">
                                  <p:stCondLst>
                                    <p:cond delay="250"/>
                                  </p:stCondLst>
                                  <p:iterate type="lt">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82D4ED-D0E0-63B7-6F15-C144E066BF1C}"/>
              </a:ext>
            </a:extLst>
          </p:cNvPr>
          <p:cNvSpPr>
            <a:spLocks noGrp="1"/>
          </p:cNvSpPr>
          <p:nvPr>
            <p:ph type="ctrTitle"/>
          </p:nvPr>
        </p:nvSpPr>
        <p:spPr>
          <a:xfrm>
            <a:off x="992091" y="2514602"/>
            <a:ext cx="6812280" cy="3194302"/>
          </a:xfrm>
        </p:spPr>
        <p:txBody>
          <a:bodyPr anchor="b">
            <a:normAutofit/>
          </a:bodyPr>
          <a:lstStyle/>
          <a:p>
            <a:r>
              <a:rPr lang="en-US"/>
              <a:t>Introduction to ML Classification Model Development</a:t>
            </a:r>
          </a:p>
        </p:txBody>
      </p:sp>
    </p:spTree>
    <p:extLst>
      <p:ext uri="{BB962C8B-B14F-4D97-AF65-F5344CB8AC3E}">
        <p14:creationId xmlns:p14="http://schemas.microsoft.com/office/powerpoint/2010/main" val="141629463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EE7D8-693E-9783-4CF9-403CF37578CA}"/>
              </a:ext>
            </a:extLst>
          </p:cNvPr>
          <p:cNvSpPr>
            <a:spLocks noGrp="1"/>
          </p:cNvSpPr>
          <p:nvPr>
            <p:ph type="title"/>
          </p:nvPr>
        </p:nvSpPr>
        <p:spPr>
          <a:xfrm>
            <a:off x="612648" y="819477"/>
            <a:ext cx="4617720" cy="1197864"/>
          </a:xfrm>
        </p:spPr>
        <p:txBody>
          <a:bodyPr anchor="t">
            <a:normAutofit/>
          </a:bodyPr>
          <a:lstStyle/>
          <a:p>
            <a:r>
              <a:rPr lang="en-US"/>
              <a:t>Define the Problem</a:t>
            </a:r>
          </a:p>
        </p:txBody>
      </p:sp>
      <p:pic>
        <p:nvPicPr>
          <p:cNvPr id="5" name="Content Placeholder 4" descr="Abstract digital cyber space motion background">
            <a:extLst>
              <a:ext uri="{FF2B5EF4-FFF2-40B4-BE49-F238E27FC236}">
                <a16:creationId xmlns:a16="http://schemas.microsoft.com/office/drawing/2014/main" id="{8B018FE7-7DBE-4786-A258-97984A1220E9}"/>
              </a:ext>
            </a:extLst>
          </p:cNvPr>
          <p:cNvPicPr>
            <a:picLocks noGrp="1" noChangeAspect="1"/>
          </p:cNvPicPr>
          <p:nvPr>
            <p:ph type="pic" sz="quarter" idx="18"/>
          </p:nvPr>
        </p:nvPicPr>
        <p:blipFill>
          <a:blip r:embed="rId3"/>
          <a:srcRect l="31163" r="12586" b="-2"/>
          <a:stretch>
            <a:fillRect/>
          </a:stretch>
        </p:blipFill>
        <p:spPr>
          <a:xfrm>
            <a:off x="950976" y="2148840"/>
            <a:ext cx="3877056" cy="3877056"/>
          </a:xfrm>
          <a:prstGeom prst="rect">
            <a:avLst/>
          </a:prstGeom>
          <a:noFill/>
        </p:spPr>
      </p:pic>
      <p:sp>
        <p:nvSpPr>
          <p:cNvPr id="4" name="Content Placeholder 3">
            <a:extLst>
              <a:ext uri="{FF2B5EF4-FFF2-40B4-BE49-F238E27FC236}">
                <a16:creationId xmlns:a16="http://schemas.microsoft.com/office/drawing/2014/main" id="{34BC6C53-264A-7EEC-19A3-892D0AD1FC0D}"/>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843016" y="950976"/>
            <a:ext cx="5586984" cy="5330952"/>
          </a:xfrm>
        </p:spPr>
        <p:txBody>
          <a:bodyPr>
            <a:normAutofit/>
          </a:bodyPr>
          <a:lstStyle/>
          <a:p>
            <a:pPr marL="0" indent="0">
              <a:spcBef>
                <a:spcPts val="2500"/>
              </a:spcBef>
              <a:buFont typeface="Arial" panose="020B0604020202020204" pitchFamily="34" charset="0"/>
              <a:buNone/>
            </a:pPr>
            <a:r>
              <a:rPr lang="en-US" b="1"/>
              <a:t>Clarify Objective</a:t>
            </a:r>
          </a:p>
          <a:p>
            <a:pPr marL="0" lvl="1" indent="0">
              <a:buFont typeface="Arial" panose="020B0604020202020204" pitchFamily="34" charset="0"/>
              <a:buNone/>
            </a:pPr>
            <a:r>
              <a:t>Clearly identify the problem objective and what needs to be predicted or classified.</a:t>
            </a:r>
            <a:endParaRPr lang="en-US"/>
          </a:p>
          <a:p>
            <a:pPr marL="0" indent="0">
              <a:spcBef>
                <a:spcPts val="2500"/>
              </a:spcBef>
              <a:buFont typeface="Arial" panose="020B0604020202020204" pitchFamily="34" charset="0"/>
              <a:buNone/>
            </a:pPr>
            <a:r>
              <a:rPr lang="en-US" b="1"/>
              <a:t>Identify Classification Type</a:t>
            </a:r>
          </a:p>
          <a:p>
            <a:pPr marL="0" lvl="1" indent="0">
              <a:buFont typeface="Arial" panose="020B0604020202020204" pitchFamily="34" charset="0"/>
              <a:buNone/>
            </a:pPr>
            <a:r>
              <a:t>Determine whether the problem is binary, multi-class, or multi-label classification.</a:t>
            </a:r>
            <a:endParaRPr lang="en-US"/>
          </a:p>
          <a:p>
            <a:pPr marL="0" indent="0">
              <a:spcBef>
                <a:spcPts val="2500"/>
              </a:spcBef>
              <a:buFont typeface="Arial" panose="020B0604020202020204" pitchFamily="34" charset="0"/>
              <a:buNone/>
            </a:pPr>
            <a:r>
              <a:rPr lang="en-US" b="1"/>
              <a:t>Set Measurable Goals</a:t>
            </a:r>
          </a:p>
          <a:p>
            <a:pPr marL="0" lvl="1" indent="0">
              <a:buFont typeface="Arial" panose="020B0604020202020204" pitchFamily="34" charset="0"/>
              <a:buNone/>
            </a:pPr>
            <a:r>
              <a:t>Establish clear and measurable success criteria to guide model development.</a:t>
            </a:r>
            <a:endParaRPr lang="en-US"/>
          </a:p>
          <a:p>
            <a:pPr marL="0" indent="0">
              <a:spcBef>
                <a:spcPts val="2500"/>
              </a:spcBef>
              <a:buFont typeface="Arial" panose="020B0604020202020204" pitchFamily="34" charset="0"/>
              <a:buNone/>
            </a:pPr>
            <a:r>
              <a:rPr lang="en-US" b="1"/>
              <a:t>Consider Constraints</a:t>
            </a:r>
          </a:p>
          <a:p>
            <a:pPr marL="0" lvl="1" indent="0">
              <a:buFont typeface="Arial" panose="020B0604020202020204" pitchFamily="34" charset="0"/>
              <a:buNone/>
            </a:pPr>
            <a:r>
              <a:t>Account for time, computational resources, and data availability in problem definition.</a:t>
            </a:r>
            <a:endParaRPr lang="en-US"/>
          </a:p>
        </p:txBody>
      </p:sp>
    </p:spTree>
    <p:extLst>
      <p:ext uri="{BB962C8B-B14F-4D97-AF65-F5344CB8AC3E}">
        <p14:creationId xmlns:p14="http://schemas.microsoft.com/office/powerpoint/2010/main" val="185790236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874E2C-B07E-826D-E6BB-0984B2B59619}"/>
              </a:ext>
            </a:extLst>
          </p:cNvPr>
          <p:cNvSpPr>
            <a:spLocks noGrp="1"/>
          </p:cNvSpPr>
          <p:nvPr>
            <p:ph type="title"/>
          </p:nvPr>
        </p:nvSpPr>
        <p:spPr>
          <a:xfrm>
            <a:off x="7569582" y="758952"/>
            <a:ext cx="3842130" cy="1143000"/>
          </a:xfrm>
        </p:spPr>
        <p:txBody>
          <a:bodyPr anchor="b">
            <a:normAutofit/>
          </a:bodyPr>
          <a:lstStyle/>
          <a:p>
            <a:r>
              <a:rPr lang="en-US"/>
              <a:t>Collect Data</a:t>
            </a:r>
          </a:p>
        </p:txBody>
      </p:sp>
      <p:pic>
        <p:nvPicPr>
          <p:cNvPr id="5" name="Content Placeholder 4" descr="Database symbols with arrows and file folder">
            <a:extLst>
              <a:ext uri="{FF2B5EF4-FFF2-40B4-BE49-F238E27FC236}">
                <a16:creationId xmlns:a16="http://schemas.microsoft.com/office/drawing/2014/main" id="{C2A22FFB-F15E-4F66-84B6-ACF24BDAB0A4}"/>
              </a:ext>
            </a:extLst>
          </p:cNvPr>
          <p:cNvPicPr>
            <a:picLocks noGrp="1" noChangeAspect="1"/>
          </p:cNvPicPr>
          <p:nvPr>
            <p:ph type="pic" sz="quarter" idx="18"/>
          </p:nvPr>
        </p:nvPicPr>
        <p:blipFill>
          <a:blip r:embed="rId3"/>
          <a:srcRect l="14827" r="1703" b="2"/>
          <a:stretch>
            <a:fillRect/>
          </a:stretch>
        </p:blipFill>
        <p:spPr>
          <a:xfrm>
            <a:off x="-1" y="10"/>
            <a:ext cx="6835155" cy="6857989"/>
          </a:xfrm>
          <a:prstGeom prst="rect">
            <a:avLst/>
          </a:prstGeom>
          <a:noFill/>
        </p:spPr>
      </p:pic>
      <p:sp>
        <p:nvSpPr>
          <p:cNvPr id="4" name="Content Placeholder 3">
            <a:extLst>
              <a:ext uri="{FF2B5EF4-FFF2-40B4-BE49-F238E27FC236}">
                <a16:creationId xmlns:a16="http://schemas.microsoft.com/office/drawing/2014/main" id="{990EE5DC-C27A-28F0-A06E-1C15F3F18A1A}"/>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569582" y="2258568"/>
            <a:ext cx="3700397" cy="3840480"/>
          </a:xfrm>
        </p:spPr>
        <p:txBody>
          <a:bodyPr vert="horz" lIns="91440" tIns="45720" rIns="91440" bIns="45720" rtlCol="0" anchor="t">
            <a:normAutofit/>
          </a:bodyPr>
          <a:lstStyle/>
          <a:p>
            <a:pPr marL="0" indent="0">
              <a:spcBef>
                <a:spcPts val="2500"/>
              </a:spcBef>
              <a:buFont typeface="Arial" panose="020B0604020202020204" pitchFamily="34" charset="0"/>
              <a:buNone/>
            </a:pPr>
            <a:r>
              <a:rPr lang="en-US" sz="1300" b="1"/>
              <a:t>Data Sources and Relevance</a:t>
            </a:r>
          </a:p>
          <a:p>
            <a:pPr marL="0" lvl="1" indent="0">
              <a:buFont typeface="Arial" panose="020B0604020202020204" pitchFamily="34" charset="0"/>
              <a:buNone/>
            </a:pPr>
            <a:r>
              <a:rPr lang="en-US" sz="1300"/>
              <a:t>Gather data from varied sources ensuring it represents the problem domain and key features for classification.</a:t>
            </a:r>
          </a:p>
          <a:p>
            <a:pPr marL="0" indent="0">
              <a:spcBef>
                <a:spcPts val="2500"/>
              </a:spcBef>
              <a:buFont typeface="Arial" panose="020B0604020202020204" pitchFamily="34" charset="0"/>
              <a:buNone/>
            </a:pPr>
            <a:endParaRPr lang="en-US" sz="1300" b="1"/>
          </a:p>
          <a:p>
            <a:pPr marL="0" indent="0">
              <a:spcBef>
                <a:spcPts val="2500"/>
              </a:spcBef>
              <a:buFont typeface="Arial" panose="020B0604020202020204" pitchFamily="34" charset="0"/>
              <a:buNone/>
            </a:pPr>
            <a:r>
              <a:rPr lang="en-US" sz="1300" b="1"/>
              <a:t>Data Quality and Bias Avoidance</a:t>
            </a:r>
          </a:p>
          <a:p>
            <a:pPr marL="0" lvl="1" indent="0">
              <a:buFont typeface="Arial" panose="020B0604020202020204" pitchFamily="34" charset="0"/>
              <a:buNone/>
            </a:pPr>
            <a:r>
              <a:rPr lang="en-US" sz="1300"/>
              <a:t>Handle missing values, merge datasets, and ensure balanced class coverage to prevent bias.</a:t>
            </a:r>
          </a:p>
        </p:txBody>
      </p:sp>
    </p:spTree>
    <p:extLst>
      <p:ext uri="{BB962C8B-B14F-4D97-AF65-F5344CB8AC3E}">
        <p14:creationId xmlns:p14="http://schemas.microsoft.com/office/powerpoint/2010/main" val="253885884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9B684A-980B-2598-01D4-055D244617F6}"/>
              </a:ext>
            </a:extLst>
          </p:cNvPr>
          <p:cNvSpPr>
            <a:spLocks noGrp="1"/>
          </p:cNvSpPr>
          <p:nvPr>
            <p:ph type="title"/>
          </p:nvPr>
        </p:nvSpPr>
        <p:spPr>
          <a:xfrm>
            <a:off x="612648" y="819477"/>
            <a:ext cx="4617720" cy="1197864"/>
          </a:xfrm>
        </p:spPr>
        <p:txBody>
          <a:bodyPr anchor="t">
            <a:normAutofit/>
          </a:bodyPr>
          <a:lstStyle/>
          <a:p>
            <a:r>
              <a:rPr lang="en-US"/>
              <a:t>Preprocess Data</a:t>
            </a:r>
          </a:p>
        </p:txBody>
      </p:sp>
      <p:pic>
        <p:nvPicPr>
          <p:cNvPr id="5" name="Content Placeholder 4" descr="Gears and folders on digital display">
            <a:extLst>
              <a:ext uri="{FF2B5EF4-FFF2-40B4-BE49-F238E27FC236}">
                <a16:creationId xmlns:a16="http://schemas.microsoft.com/office/drawing/2014/main" id="{332FE236-A4CA-40B5-82F8-76508129D519}"/>
              </a:ext>
            </a:extLst>
          </p:cNvPr>
          <p:cNvPicPr>
            <a:picLocks noGrp="1" noChangeAspect="1"/>
          </p:cNvPicPr>
          <p:nvPr>
            <p:ph type="pic" sz="quarter" idx="18"/>
          </p:nvPr>
        </p:nvPicPr>
        <p:blipFill>
          <a:blip r:embed="rId3"/>
          <a:srcRect l="14266" r="14233" b="-1"/>
          <a:stretch>
            <a:fillRect/>
          </a:stretch>
        </p:blipFill>
        <p:spPr>
          <a:xfrm>
            <a:off x="950976" y="2148840"/>
            <a:ext cx="3877056" cy="3877056"/>
          </a:xfrm>
          <a:prstGeom prst="rect">
            <a:avLst/>
          </a:prstGeom>
          <a:noFill/>
        </p:spPr>
      </p:pic>
      <p:sp>
        <p:nvSpPr>
          <p:cNvPr id="4" name="Content Placeholder 3">
            <a:extLst>
              <a:ext uri="{FF2B5EF4-FFF2-40B4-BE49-F238E27FC236}">
                <a16:creationId xmlns:a16="http://schemas.microsoft.com/office/drawing/2014/main" id="{3E5EE4E4-C53B-2249-3C4A-B6241F17577C}"/>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843016" y="950976"/>
            <a:ext cx="5586984" cy="5330952"/>
          </a:xfrm>
        </p:spPr>
        <p:txBody>
          <a:bodyPr>
            <a:normAutofit/>
          </a:bodyPr>
          <a:lstStyle/>
          <a:p>
            <a:pPr marL="0" indent="0">
              <a:spcBef>
                <a:spcPts val="2500"/>
              </a:spcBef>
              <a:buFont typeface="Arial" panose="020B0604020202020204" pitchFamily="34" charset="0"/>
              <a:buNone/>
            </a:pPr>
            <a:r>
              <a:rPr lang="en-US" b="1"/>
              <a:t>Data Cleaning Essentials</a:t>
            </a:r>
          </a:p>
          <a:p>
            <a:pPr marL="0" lvl="1" indent="0">
              <a:buFont typeface="Arial" panose="020B0604020202020204" pitchFamily="34" charset="0"/>
              <a:buNone/>
            </a:pPr>
            <a:r>
              <a:t>Remove duplicates, handle missing values, and fix inconsistencies to prepare data for analysis.</a:t>
            </a:r>
            <a:endParaRPr lang="en-US"/>
          </a:p>
          <a:p>
            <a:pPr marL="0" indent="0">
              <a:spcBef>
                <a:spcPts val="2500"/>
              </a:spcBef>
              <a:buFont typeface="Arial" panose="020B0604020202020204" pitchFamily="34" charset="0"/>
              <a:buNone/>
            </a:pPr>
            <a:r>
              <a:rPr lang="en-US" b="1"/>
              <a:t>Feature Engineering</a:t>
            </a:r>
          </a:p>
          <a:p>
            <a:pPr marL="0" lvl="1" indent="0">
              <a:buFont typeface="Arial" panose="020B0604020202020204" pitchFamily="34" charset="0"/>
              <a:buNone/>
            </a:pPr>
            <a:r>
              <a:t>Create new variables during preprocessing to enhance model performance and insights.</a:t>
            </a:r>
            <a:endParaRPr lang="en-US"/>
          </a:p>
          <a:p>
            <a:pPr marL="0" indent="0">
              <a:spcBef>
                <a:spcPts val="2500"/>
              </a:spcBef>
              <a:buFont typeface="Arial" panose="020B0604020202020204" pitchFamily="34" charset="0"/>
              <a:buNone/>
            </a:pPr>
            <a:r>
              <a:rPr lang="en-US" b="1"/>
              <a:t>Normalization and Encoding</a:t>
            </a:r>
          </a:p>
          <a:p>
            <a:pPr marL="0" lvl="1" indent="0">
              <a:buFont typeface="Arial" panose="020B0604020202020204" pitchFamily="34" charset="0"/>
              <a:buNone/>
            </a:pPr>
            <a:r>
              <a:t>Normalize data to a similar scale and encode categorical variables into numerical formats.</a:t>
            </a:r>
            <a:endParaRPr lang="en-US"/>
          </a:p>
          <a:p>
            <a:pPr marL="0" indent="0">
              <a:spcBef>
                <a:spcPts val="2500"/>
              </a:spcBef>
              <a:buFont typeface="Arial" panose="020B0604020202020204" pitchFamily="34" charset="0"/>
              <a:buNone/>
            </a:pPr>
            <a:r>
              <a:rPr lang="en-US" b="1"/>
              <a:t>Outlier Handling</a:t>
            </a:r>
          </a:p>
          <a:p>
            <a:pPr marL="0" lvl="1" indent="0">
              <a:buFont typeface="Arial" panose="020B0604020202020204" pitchFamily="34" charset="0"/>
              <a:buNone/>
            </a:pPr>
            <a:r>
              <a:t>Detect and remove outliers to prevent skewed results and improve model accuracy.</a:t>
            </a:r>
            <a:endParaRPr lang="en-US"/>
          </a:p>
        </p:txBody>
      </p:sp>
    </p:spTree>
    <p:extLst>
      <p:ext uri="{BB962C8B-B14F-4D97-AF65-F5344CB8AC3E}">
        <p14:creationId xmlns:p14="http://schemas.microsoft.com/office/powerpoint/2010/main" val="222015871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B8BDCF-D2DB-1862-5931-45A6BAB98DE1}"/>
              </a:ext>
            </a:extLst>
          </p:cNvPr>
          <p:cNvSpPr>
            <a:spLocks noGrp="1"/>
          </p:cNvSpPr>
          <p:nvPr>
            <p:ph type="title"/>
          </p:nvPr>
        </p:nvSpPr>
        <p:spPr>
          <a:xfrm>
            <a:off x="612648" y="457200"/>
            <a:ext cx="10735056" cy="923544"/>
          </a:xfrm>
        </p:spPr>
        <p:txBody>
          <a:bodyPr anchor="b">
            <a:normAutofit/>
          </a:bodyPr>
          <a:lstStyle/>
          <a:p>
            <a:r>
              <a:rPr lang="en-US"/>
              <a:t>Split Data</a:t>
            </a:r>
          </a:p>
        </p:txBody>
      </p:sp>
      <p:pic>
        <p:nvPicPr>
          <p:cNvPr id="5" name="Content Placeholder 4" descr="Credit score report">
            <a:extLst>
              <a:ext uri="{FF2B5EF4-FFF2-40B4-BE49-F238E27FC236}">
                <a16:creationId xmlns:a16="http://schemas.microsoft.com/office/drawing/2014/main" id="{47620EA7-2523-4E37-9FFB-262205C80A96}"/>
              </a:ext>
            </a:extLst>
          </p:cNvPr>
          <p:cNvPicPr>
            <a:picLocks noGrp="1" noChangeAspect="1"/>
          </p:cNvPicPr>
          <p:nvPr>
            <p:ph type="pic" sz="quarter" idx="18"/>
          </p:nvPr>
        </p:nvPicPr>
        <p:blipFill>
          <a:blip r:embed="rId3"/>
          <a:stretch/>
        </p:blipFill>
        <p:spPr>
          <a:xfrm>
            <a:off x="612648" y="2850642"/>
            <a:ext cx="3054096" cy="2290572"/>
          </a:xfrm>
          <a:prstGeom prst="rect">
            <a:avLst/>
          </a:prstGeom>
          <a:noFill/>
        </p:spPr>
      </p:pic>
      <p:sp>
        <p:nvSpPr>
          <p:cNvPr id="4" name="Content Placeholder 3">
            <a:extLst>
              <a:ext uri="{FF2B5EF4-FFF2-40B4-BE49-F238E27FC236}">
                <a16:creationId xmlns:a16="http://schemas.microsoft.com/office/drawing/2014/main" id="{D280C4D8-275B-D7A3-FEE5-FB1DA186D054}"/>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187952" y="1755648"/>
            <a:ext cx="7159752" cy="4343400"/>
          </a:xfrm>
        </p:spPr>
        <p:txBody>
          <a:bodyPr vert="horz" lIns="91440" tIns="45720" rIns="91440" bIns="45720" rtlCol="0" anchor="t">
            <a:normAutofit/>
          </a:bodyPr>
          <a:lstStyle/>
          <a:p>
            <a:pPr marL="0" indent="0">
              <a:spcBef>
                <a:spcPts val="2500"/>
              </a:spcBef>
              <a:buFont typeface="Arial" panose="020B0604020202020204" pitchFamily="34" charset="0"/>
              <a:buNone/>
            </a:pPr>
            <a:r>
              <a:rPr lang="en-US" b="1"/>
              <a:t>Dataset Splitting Purpose</a:t>
            </a:r>
          </a:p>
          <a:p>
            <a:pPr marL="0" lvl="1" indent="0">
              <a:buFont typeface="Arial" panose="020B0604020202020204" pitchFamily="34" charset="0"/>
              <a:buNone/>
            </a:pPr>
            <a:r>
              <a:t>Splitting data into training, validation, and test sets ensures reliable model evaluation and tuning.</a:t>
            </a:r>
            <a:endParaRPr lang="en-US"/>
          </a:p>
          <a:p>
            <a:pPr marL="0" indent="0">
              <a:spcBef>
                <a:spcPts val="2500"/>
              </a:spcBef>
              <a:buFont typeface="Arial" panose="020B0604020202020204" pitchFamily="34" charset="0"/>
              <a:buNone/>
            </a:pPr>
            <a:r>
              <a:rPr lang="en-US" b="1"/>
              <a:t>Common Split Ratios</a:t>
            </a:r>
          </a:p>
          <a:p>
            <a:pPr marL="0" lvl="1" indent="0">
              <a:buFont typeface="Arial" panose="020B0604020202020204" pitchFamily="34" charset="0"/>
              <a:buNone/>
            </a:pPr>
            <a:r>
              <a:t>A typical split is </a:t>
            </a:r>
            <a:r>
              <a:rPr lang="en-US"/>
              <a:t>80</a:t>
            </a:r>
            <a:r>
              <a:t>% training, </a:t>
            </a:r>
            <a:r>
              <a:rPr lang="en-US"/>
              <a:t>and</a:t>
            </a:r>
            <a:r>
              <a:t> </a:t>
            </a:r>
            <a:r>
              <a:rPr lang="en-US"/>
              <a:t>20</a:t>
            </a:r>
            <a:r>
              <a:t>% testing, adjustable by dataset size.</a:t>
            </a:r>
            <a:endParaRPr lang="en-US"/>
          </a:p>
          <a:p>
            <a:pPr marL="0" indent="0">
              <a:spcBef>
                <a:spcPts val="2500"/>
              </a:spcBef>
              <a:buFont typeface="Arial" panose="020B0604020202020204" pitchFamily="34" charset="0"/>
              <a:buNone/>
            </a:pPr>
            <a:r>
              <a:rPr lang="en-US" b="1"/>
              <a:t>Stratified Sampling</a:t>
            </a:r>
          </a:p>
          <a:p>
            <a:pPr marL="0" lvl="1" indent="0">
              <a:buFont typeface="Arial" panose="020B0604020202020204" pitchFamily="34" charset="0"/>
              <a:buNone/>
            </a:pPr>
            <a:r>
              <a:t>Stratified sampling preserves class distribution in splits, important for imbalanced datasets.</a:t>
            </a:r>
            <a:endParaRPr lang="en-US"/>
          </a:p>
          <a:p>
            <a:pPr marL="0" indent="0">
              <a:spcBef>
                <a:spcPts val="2500"/>
              </a:spcBef>
              <a:buFont typeface="Arial" panose="020B0604020202020204" pitchFamily="34" charset="0"/>
              <a:buNone/>
            </a:pPr>
            <a:r>
              <a:rPr lang="en-US" b="1"/>
              <a:t>Preventing Overfitting</a:t>
            </a:r>
          </a:p>
          <a:p>
            <a:pPr marL="0" lvl="1" indent="0">
              <a:buFont typeface="Arial" panose="020B0604020202020204" pitchFamily="34" charset="0"/>
              <a:buNone/>
            </a:pPr>
            <a:r>
              <a:t>Proper data splitting helps prevent overfitting and supports generalization to new data.</a:t>
            </a:r>
            <a:endParaRPr lang="en-US"/>
          </a:p>
        </p:txBody>
      </p:sp>
    </p:spTree>
    <p:extLst>
      <p:ext uri="{BB962C8B-B14F-4D97-AF65-F5344CB8AC3E}">
        <p14:creationId xmlns:p14="http://schemas.microsoft.com/office/powerpoint/2010/main" val="202115810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0E2917-D1FA-3A52-AFF8-3513C031D521}"/>
              </a:ext>
            </a:extLst>
          </p:cNvPr>
          <p:cNvSpPr>
            <a:spLocks noGrp="1"/>
          </p:cNvSpPr>
          <p:nvPr>
            <p:ph type="title"/>
          </p:nvPr>
        </p:nvSpPr>
        <p:spPr>
          <a:xfrm>
            <a:off x="612648" y="819477"/>
            <a:ext cx="4617720" cy="1197864"/>
          </a:xfrm>
        </p:spPr>
        <p:txBody>
          <a:bodyPr anchor="t">
            <a:normAutofit/>
          </a:bodyPr>
          <a:lstStyle/>
          <a:p>
            <a:r>
              <a:rPr lang="en-US"/>
              <a:t>Choose Model</a:t>
            </a:r>
          </a:p>
        </p:txBody>
      </p:sp>
      <p:pic>
        <p:nvPicPr>
          <p:cNvPr id="5" name="Content Placeholder 4" descr="Networking concept on white matte background.">
            <a:extLst>
              <a:ext uri="{FF2B5EF4-FFF2-40B4-BE49-F238E27FC236}">
                <a16:creationId xmlns:a16="http://schemas.microsoft.com/office/drawing/2014/main" id="{33DE452C-9FB3-4F74-A817-D4ED58E1D723}"/>
              </a:ext>
            </a:extLst>
          </p:cNvPr>
          <p:cNvPicPr>
            <a:picLocks noGrp="1" noChangeAspect="1"/>
          </p:cNvPicPr>
          <p:nvPr>
            <p:ph type="pic" sz="quarter" idx="18"/>
          </p:nvPr>
        </p:nvPicPr>
        <p:blipFill>
          <a:blip r:embed="rId3"/>
          <a:stretch/>
        </p:blipFill>
        <p:spPr>
          <a:xfrm>
            <a:off x="950976" y="2633472"/>
            <a:ext cx="3877056" cy="2907792"/>
          </a:xfrm>
          <a:prstGeom prst="rect">
            <a:avLst/>
          </a:prstGeom>
          <a:noFill/>
        </p:spPr>
      </p:pic>
      <p:sp>
        <p:nvSpPr>
          <p:cNvPr id="4" name="Content Placeholder 3">
            <a:extLst>
              <a:ext uri="{FF2B5EF4-FFF2-40B4-BE49-F238E27FC236}">
                <a16:creationId xmlns:a16="http://schemas.microsoft.com/office/drawing/2014/main" id="{A5E54E40-E156-5A93-52EB-E6C90964F4D2}"/>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843016" y="950976"/>
            <a:ext cx="5586984" cy="5330952"/>
          </a:xfrm>
        </p:spPr>
        <p:txBody>
          <a:bodyPr>
            <a:normAutofit/>
          </a:bodyPr>
          <a:lstStyle/>
          <a:p>
            <a:pPr marL="0" indent="0">
              <a:spcBef>
                <a:spcPts val="2500"/>
              </a:spcBef>
              <a:buFont typeface="Arial" panose="020B0604020202020204" pitchFamily="34" charset="0"/>
              <a:buNone/>
            </a:pPr>
            <a:r>
              <a:rPr lang="en-US" b="1"/>
              <a:t>Common Classification Algorithms</a:t>
            </a:r>
          </a:p>
          <a:p>
            <a:pPr marL="0" lvl="1" indent="0">
              <a:buNone/>
            </a:pPr>
            <a:r>
              <a:t>Popular algorithms include Logistic Regression, Decision Trees, </a:t>
            </a:r>
            <a:r>
              <a:rPr lang="en-US" err="1"/>
              <a:t>KNeighborsClassifier</a:t>
            </a:r>
            <a:r>
              <a:rPr lang="en-US"/>
              <a:t>,  </a:t>
            </a:r>
            <a:r>
              <a:t>Random Forests, Support Vector Machines, and Neural Networks.</a:t>
            </a:r>
            <a:endParaRPr lang="en-US"/>
          </a:p>
          <a:p>
            <a:pPr marL="0" indent="0">
              <a:spcBef>
                <a:spcPts val="2500"/>
              </a:spcBef>
              <a:buFont typeface="Arial" panose="020B0604020202020204" pitchFamily="34" charset="0"/>
              <a:buNone/>
            </a:pPr>
            <a:r>
              <a:rPr lang="en-US" b="1"/>
              <a:t>Factors Influencing Choice</a:t>
            </a:r>
          </a:p>
          <a:p>
            <a:pPr marL="0" lvl="1" indent="0">
              <a:buFont typeface="Arial" panose="020B0604020202020204" pitchFamily="34" charset="0"/>
              <a:buNone/>
            </a:pPr>
            <a:r>
              <a:t>Algorithm choice depends on dataset size, feature types, interpretability, and computational resources available.</a:t>
            </a:r>
            <a:endParaRPr lang="en-US"/>
          </a:p>
          <a:p>
            <a:pPr marL="0" indent="0">
              <a:spcBef>
                <a:spcPts val="2500"/>
              </a:spcBef>
              <a:buFont typeface="Arial" panose="020B0604020202020204" pitchFamily="34" charset="0"/>
              <a:buNone/>
            </a:pPr>
            <a:r>
              <a:rPr lang="en-US" b="1"/>
              <a:t>Model Complexity vs. Interpretability</a:t>
            </a:r>
          </a:p>
          <a:p>
            <a:pPr marL="0" lvl="1" indent="0">
              <a:buFont typeface="Arial" panose="020B0604020202020204" pitchFamily="34" charset="0"/>
              <a:buNone/>
            </a:pPr>
            <a:r>
              <a:t>Simple models like logistic regression are interpretable, while neural networks handle complex patterns but need more resources.</a:t>
            </a:r>
            <a:endParaRPr lang="en-US"/>
          </a:p>
          <a:p>
            <a:pPr marL="0" indent="0">
              <a:spcBef>
                <a:spcPts val="2500"/>
              </a:spcBef>
              <a:buFont typeface="Arial" panose="020B0604020202020204" pitchFamily="34" charset="0"/>
              <a:buNone/>
            </a:pPr>
            <a:r>
              <a:rPr lang="en-US" b="1"/>
              <a:t>Performance Evaluation</a:t>
            </a:r>
          </a:p>
          <a:p>
            <a:pPr marL="0" lvl="1" indent="0">
              <a:buFont typeface="Arial" panose="020B0604020202020204" pitchFamily="34" charset="0"/>
              <a:buNone/>
            </a:pPr>
            <a:r>
              <a:t>Experimenting with multiple algorithms and validating performance helps find the best model for your problem.</a:t>
            </a:r>
            <a:endParaRPr lang="en-US"/>
          </a:p>
        </p:txBody>
      </p:sp>
    </p:spTree>
    <p:extLst>
      <p:ext uri="{BB962C8B-B14F-4D97-AF65-F5344CB8AC3E}">
        <p14:creationId xmlns:p14="http://schemas.microsoft.com/office/powerpoint/2010/main" val="322648229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619DE0-D96C-1CCF-7C33-CD6A7230DE6B}"/>
              </a:ext>
            </a:extLst>
          </p:cNvPr>
          <p:cNvSpPr>
            <a:spLocks noGrp="1"/>
          </p:cNvSpPr>
          <p:nvPr>
            <p:ph type="title"/>
          </p:nvPr>
        </p:nvSpPr>
        <p:spPr>
          <a:xfrm>
            <a:off x="612648" y="819477"/>
            <a:ext cx="4617720" cy="1197864"/>
          </a:xfrm>
        </p:spPr>
        <p:txBody>
          <a:bodyPr anchor="t">
            <a:normAutofit/>
          </a:bodyPr>
          <a:lstStyle/>
          <a:p>
            <a:r>
              <a:rPr lang="en-US"/>
              <a:t>Train Model</a:t>
            </a:r>
          </a:p>
        </p:txBody>
      </p:sp>
      <p:pic>
        <p:nvPicPr>
          <p:cNvPr id="5" name="Content Placeholder 4" descr="Internet of Things Concept">
            <a:extLst>
              <a:ext uri="{FF2B5EF4-FFF2-40B4-BE49-F238E27FC236}">
                <a16:creationId xmlns:a16="http://schemas.microsoft.com/office/drawing/2014/main" id="{0F0B3CB9-2079-44BB-82E3-FDC9AFCF2B4A}"/>
              </a:ext>
            </a:extLst>
          </p:cNvPr>
          <p:cNvPicPr>
            <a:picLocks noGrp="1" noChangeAspect="1"/>
          </p:cNvPicPr>
          <p:nvPr>
            <p:ph type="pic" sz="quarter" idx="18"/>
          </p:nvPr>
        </p:nvPicPr>
        <p:blipFill>
          <a:blip r:embed="rId3"/>
          <a:srcRect l="11959" r="21292" b="1"/>
          <a:stretch>
            <a:fillRect/>
          </a:stretch>
        </p:blipFill>
        <p:spPr>
          <a:xfrm>
            <a:off x="950976" y="2148840"/>
            <a:ext cx="3877056" cy="3877056"/>
          </a:xfrm>
          <a:prstGeom prst="rect">
            <a:avLst/>
          </a:prstGeom>
          <a:noFill/>
        </p:spPr>
      </p:pic>
      <p:sp>
        <p:nvSpPr>
          <p:cNvPr id="4" name="Content Placeholder 3">
            <a:extLst>
              <a:ext uri="{FF2B5EF4-FFF2-40B4-BE49-F238E27FC236}">
                <a16:creationId xmlns:a16="http://schemas.microsoft.com/office/drawing/2014/main" id="{F23D7D33-7269-B13F-D50C-D5B7C4788788}"/>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843016" y="950976"/>
            <a:ext cx="5586984" cy="5330952"/>
          </a:xfrm>
        </p:spPr>
        <p:txBody>
          <a:bodyPr>
            <a:normAutofit/>
          </a:bodyPr>
          <a:lstStyle/>
          <a:p>
            <a:pPr marL="0" indent="0">
              <a:spcBef>
                <a:spcPts val="2500"/>
              </a:spcBef>
              <a:buFont typeface="Arial" panose="020B0604020202020204" pitchFamily="34" charset="0"/>
              <a:buNone/>
            </a:pPr>
            <a:r>
              <a:rPr lang="en-US" b="1"/>
              <a:t>Model Learning and Parameter Adjustment</a:t>
            </a:r>
          </a:p>
          <a:p>
            <a:pPr marL="0" lvl="1" indent="0">
              <a:buFont typeface="Arial" panose="020B0604020202020204" pitchFamily="34" charset="0"/>
              <a:buNone/>
            </a:pPr>
            <a:r>
              <a:t>The model learns to distinguish classes by adjusting parameters to minimize error using training data.</a:t>
            </a:r>
            <a:endParaRPr lang="en-US"/>
          </a:p>
          <a:p>
            <a:pPr marL="0" indent="0">
              <a:spcBef>
                <a:spcPts val="2500"/>
              </a:spcBef>
              <a:buFont typeface="Arial" panose="020B0604020202020204" pitchFamily="34" charset="0"/>
              <a:buNone/>
            </a:pPr>
            <a:r>
              <a:rPr lang="en-US" b="1"/>
              <a:t>Hyperparameter Tuning</a:t>
            </a:r>
          </a:p>
          <a:p>
            <a:pPr marL="0" lvl="1" indent="0">
              <a:buFont typeface="Arial" panose="020B0604020202020204" pitchFamily="34" charset="0"/>
              <a:buNone/>
            </a:pPr>
            <a:r>
              <a:t>Adjusting hyperparameters like learning rate and tree depth significantly impacts the model's performance.</a:t>
            </a:r>
            <a:endParaRPr lang="en-US"/>
          </a:p>
          <a:p>
            <a:pPr marL="0" indent="0">
              <a:spcBef>
                <a:spcPts val="2500"/>
              </a:spcBef>
              <a:buFont typeface="Arial" panose="020B0604020202020204" pitchFamily="34" charset="0"/>
              <a:buNone/>
            </a:pPr>
            <a:r>
              <a:rPr lang="en-US" b="1"/>
              <a:t>Cross-Validation and Overfitting Prevention</a:t>
            </a:r>
          </a:p>
          <a:p>
            <a:pPr marL="0" lvl="1" indent="0">
              <a:buFont typeface="Arial" panose="020B0604020202020204" pitchFamily="34" charset="0"/>
              <a:buNone/>
            </a:pPr>
            <a:r>
              <a:t>Cross-validation ensures model robustness and early stopping prevents overfitting during training.</a:t>
            </a:r>
            <a:endParaRPr lang="en-US"/>
          </a:p>
          <a:p>
            <a:pPr marL="0" indent="0">
              <a:spcBef>
                <a:spcPts val="2500"/>
              </a:spcBef>
              <a:buFont typeface="Arial" panose="020B0604020202020204" pitchFamily="34" charset="0"/>
              <a:buNone/>
            </a:pPr>
            <a:endParaRPr lang="en-US" b="1"/>
          </a:p>
        </p:txBody>
      </p:sp>
    </p:spTree>
    <p:extLst>
      <p:ext uri="{BB962C8B-B14F-4D97-AF65-F5344CB8AC3E}">
        <p14:creationId xmlns:p14="http://schemas.microsoft.com/office/powerpoint/2010/main" val="262019744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2F7F16-8AB5-C567-2325-61AA5CDA06CA}"/>
              </a:ext>
            </a:extLst>
          </p:cNvPr>
          <p:cNvSpPr>
            <a:spLocks noGrp="1"/>
          </p:cNvSpPr>
          <p:nvPr>
            <p:ph type="title"/>
          </p:nvPr>
        </p:nvSpPr>
        <p:spPr>
          <a:xfrm>
            <a:off x="612648" y="819477"/>
            <a:ext cx="4617720" cy="1197864"/>
          </a:xfrm>
        </p:spPr>
        <p:txBody>
          <a:bodyPr anchor="t">
            <a:normAutofit/>
          </a:bodyPr>
          <a:lstStyle/>
          <a:p>
            <a:r>
              <a:rPr lang="en-US"/>
              <a:t>Evaluate Model</a:t>
            </a:r>
          </a:p>
        </p:txBody>
      </p:sp>
      <p:pic>
        <p:nvPicPr>
          <p:cNvPr id="5" name="Content Placeholder 4" descr="Medical interface of the future, a system for managing medical data obtained by scanning the neural network of the human brain. Thanks to modern technologies and the help of neural networks, it is possible to make predictions and diagnose diseases at an early stage.">
            <a:extLst>
              <a:ext uri="{FF2B5EF4-FFF2-40B4-BE49-F238E27FC236}">
                <a16:creationId xmlns:a16="http://schemas.microsoft.com/office/drawing/2014/main" id="{252569C5-3CB6-4205-8BAD-30F2E8C7DAAD}"/>
              </a:ext>
            </a:extLst>
          </p:cNvPr>
          <p:cNvPicPr>
            <a:picLocks noGrp="1" noChangeAspect="1"/>
          </p:cNvPicPr>
          <p:nvPr>
            <p:ph type="pic" sz="quarter" idx="18"/>
          </p:nvPr>
        </p:nvPicPr>
        <p:blipFill>
          <a:blip r:embed="rId3"/>
          <a:srcRect l="21456" r="25795" b="2"/>
          <a:stretch>
            <a:fillRect/>
          </a:stretch>
        </p:blipFill>
        <p:spPr>
          <a:xfrm>
            <a:off x="950976" y="2148840"/>
            <a:ext cx="3877056" cy="3877056"/>
          </a:xfrm>
          <a:prstGeom prst="rect">
            <a:avLst/>
          </a:prstGeom>
          <a:noFill/>
        </p:spPr>
      </p:pic>
      <p:sp>
        <p:nvSpPr>
          <p:cNvPr id="4" name="Content Placeholder 3">
            <a:extLst>
              <a:ext uri="{FF2B5EF4-FFF2-40B4-BE49-F238E27FC236}">
                <a16:creationId xmlns:a16="http://schemas.microsoft.com/office/drawing/2014/main" id="{9B6D66FE-E09E-A69E-2D53-765BDBD4C5B3}"/>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843016" y="950976"/>
            <a:ext cx="5586984" cy="5330952"/>
          </a:xfrm>
        </p:spPr>
        <p:txBody>
          <a:bodyPr>
            <a:normAutofit/>
          </a:bodyPr>
          <a:lstStyle/>
          <a:p>
            <a:pPr marL="0" indent="0">
              <a:spcBef>
                <a:spcPts val="2500"/>
              </a:spcBef>
              <a:buFont typeface="Arial" panose="020B0604020202020204" pitchFamily="34" charset="0"/>
              <a:buNone/>
            </a:pPr>
            <a:r>
              <a:rPr lang="en-US" b="1"/>
              <a:t>Classification Metrics</a:t>
            </a:r>
          </a:p>
          <a:p>
            <a:pPr marL="0" lvl="1" indent="0">
              <a:buFont typeface="Arial" panose="020B0604020202020204" pitchFamily="34" charset="0"/>
              <a:buNone/>
            </a:pPr>
            <a:r>
              <a:t>Key classification metrics include accuracy, precision, recall, F1-score, and AUC to assess model performance comprehensively.</a:t>
            </a:r>
            <a:endParaRPr lang="en-US"/>
          </a:p>
          <a:p>
            <a:pPr marL="0" indent="0">
              <a:spcBef>
                <a:spcPts val="2500"/>
              </a:spcBef>
              <a:buFont typeface="Arial" panose="020B0604020202020204" pitchFamily="34" charset="0"/>
              <a:buNone/>
            </a:pPr>
            <a:r>
              <a:rPr lang="en-US" b="1"/>
              <a:t>Confusion Matrix Visualization</a:t>
            </a:r>
          </a:p>
          <a:p>
            <a:pPr marL="0" lvl="1" indent="0">
              <a:buFont typeface="Arial" panose="020B0604020202020204" pitchFamily="34" charset="0"/>
              <a:buNone/>
            </a:pPr>
            <a:r>
              <a:t>Confusion matrices visualize classification results and help identify false positives and false negatives in model predictions.</a:t>
            </a:r>
            <a:endParaRPr lang="en-US"/>
          </a:p>
          <a:p>
            <a:pPr marL="0" indent="0">
              <a:spcBef>
                <a:spcPts val="2500"/>
              </a:spcBef>
              <a:buFont typeface="Arial" panose="020B0604020202020204" pitchFamily="34" charset="0"/>
              <a:buNone/>
            </a:pPr>
            <a:r>
              <a:rPr lang="en-US" b="1"/>
              <a:t>Test Set Evaluation</a:t>
            </a:r>
          </a:p>
          <a:p>
            <a:pPr marL="0" lvl="1" indent="0">
              <a:buFont typeface="Arial" panose="020B0604020202020204" pitchFamily="34" charset="0"/>
              <a:buNone/>
            </a:pPr>
            <a:r>
              <a:t>Evaluating models on a separate test set ensures unbiased performance estimates on unseen data.</a:t>
            </a:r>
            <a:endParaRPr lang="en-US"/>
          </a:p>
          <a:p>
            <a:pPr marL="0" indent="0">
              <a:spcBef>
                <a:spcPts val="2500"/>
              </a:spcBef>
              <a:buFont typeface="Arial" panose="020B0604020202020204" pitchFamily="34" charset="0"/>
              <a:buNone/>
            </a:pPr>
            <a:r>
              <a:rPr lang="en-US" b="1"/>
              <a:t>Handling Imbalanced Data</a:t>
            </a:r>
          </a:p>
          <a:p>
            <a:pPr marL="0" lvl="1" indent="0">
              <a:buFont typeface="Arial" panose="020B0604020202020204" pitchFamily="34" charset="0"/>
              <a:buNone/>
            </a:pPr>
            <a:r>
              <a:t>Metrics like precision-recall curves and weighted accuracy provide better insights for imbalanced dataset evaluations.</a:t>
            </a:r>
            <a:endParaRPr lang="en-US"/>
          </a:p>
        </p:txBody>
      </p:sp>
    </p:spTree>
    <p:extLst>
      <p:ext uri="{BB962C8B-B14F-4D97-AF65-F5344CB8AC3E}">
        <p14:creationId xmlns:p14="http://schemas.microsoft.com/office/powerpoint/2010/main" val="238202051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75F0D6-BDD6-CAFC-F1BF-46C1ECB6B780}"/>
              </a:ext>
            </a:extLst>
          </p:cNvPr>
          <p:cNvSpPr>
            <a:spLocks noGrp="1"/>
          </p:cNvSpPr>
          <p:nvPr>
            <p:ph type="title"/>
          </p:nvPr>
        </p:nvSpPr>
        <p:spPr>
          <a:xfrm>
            <a:off x="7569582" y="758952"/>
            <a:ext cx="3842130" cy="1143000"/>
          </a:xfrm>
        </p:spPr>
        <p:txBody>
          <a:bodyPr anchor="b">
            <a:normAutofit/>
          </a:bodyPr>
          <a:lstStyle/>
          <a:p>
            <a:r>
              <a:rPr lang="en-US"/>
              <a:t>Deploy Model</a:t>
            </a:r>
          </a:p>
        </p:txBody>
      </p:sp>
      <p:pic>
        <p:nvPicPr>
          <p:cNvPr id="5" name="Content Placeholder 4" descr="Cloud computing concept isolated on white background">
            <a:extLst>
              <a:ext uri="{FF2B5EF4-FFF2-40B4-BE49-F238E27FC236}">
                <a16:creationId xmlns:a16="http://schemas.microsoft.com/office/drawing/2014/main" id="{929E227D-C530-432A-A9AC-A5F9606BB31E}"/>
              </a:ext>
            </a:extLst>
          </p:cNvPr>
          <p:cNvPicPr>
            <a:picLocks noGrp="1" noChangeAspect="1"/>
          </p:cNvPicPr>
          <p:nvPr>
            <p:ph type="pic" sz="quarter" idx="18"/>
          </p:nvPr>
        </p:nvPicPr>
        <p:blipFill>
          <a:blip r:embed="rId3"/>
          <a:srcRect l="11615" r="13635"/>
          <a:stretch>
            <a:fillRect/>
          </a:stretch>
        </p:blipFill>
        <p:spPr>
          <a:xfrm>
            <a:off x="-1" y="10"/>
            <a:ext cx="6835155" cy="6857989"/>
          </a:xfrm>
          <a:prstGeom prst="rect">
            <a:avLst/>
          </a:prstGeom>
          <a:noFill/>
        </p:spPr>
      </p:pic>
      <p:sp>
        <p:nvSpPr>
          <p:cNvPr id="4" name="Content Placeholder 3">
            <a:extLst>
              <a:ext uri="{FF2B5EF4-FFF2-40B4-BE49-F238E27FC236}">
                <a16:creationId xmlns:a16="http://schemas.microsoft.com/office/drawing/2014/main" id="{8E20FFB4-2E77-1CB1-4661-EBCA31768DBE}"/>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569582" y="2258568"/>
            <a:ext cx="3700397" cy="3840480"/>
          </a:xfrm>
        </p:spPr>
        <p:txBody>
          <a:bodyPr>
            <a:normAutofit/>
          </a:bodyPr>
          <a:lstStyle/>
          <a:p>
            <a:pPr marL="0" indent="0">
              <a:lnSpc>
                <a:spcPct val="120000"/>
              </a:lnSpc>
              <a:spcBef>
                <a:spcPts val="2500"/>
              </a:spcBef>
              <a:buFont typeface="Arial" panose="020B0604020202020204" pitchFamily="34" charset="0"/>
              <a:buNone/>
            </a:pPr>
            <a:r>
              <a:rPr lang="en-US" sz="1300" b="1"/>
              <a:t>Integration into Production</a:t>
            </a:r>
          </a:p>
          <a:p>
            <a:pPr marL="0" lvl="1" indent="0">
              <a:lnSpc>
                <a:spcPct val="120000"/>
              </a:lnSpc>
              <a:buFont typeface="Arial" panose="020B0604020202020204" pitchFamily="34" charset="0"/>
              <a:buNone/>
            </a:pPr>
            <a:r>
              <a:rPr lang="en-US" sz="1300"/>
              <a:t>Deploying the trained model involves integrating it into a real-time or batch production environment to make predictions on new data.</a:t>
            </a:r>
          </a:p>
          <a:p>
            <a:pPr marL="0" indent="0">
              <a:lnSpc>
                <a:spcPct val="120000"/>
              </a:lnSpc>
              <a:spcBef>
                <a:spcPts val="2500"/>
              </a:spcBef>
              <a:buFont typeface="Arial" panose="020B0604020202020204" pitchFamily="34" charset="0"/>
              <a:buNone/>
            </a:pPr>
            <a:r>
              <a:rPr lang="en-US" sz="1300" b="1"/>
              <a:t>Infrastructure and Security</a:t>
            </a:r>
          </a:p>
          <a:p>
            <a:pPr marL="0" lvl="1" indent="0">
              <a:lnSpc>
                <a:spcPct val="120000"/>
              </a:lnSpc>
              <a:buFont typeface="Arial" panose="020B0604020202020204" pitchFamily="34" charset="0"/>
              <a:buNone/>
            </a:pPr>
            <a:r>
              <a:rPr lang="en-US" sz="1300"/>
              <a:t>Setting up scalable infrastructure, containerizing models with tools like Docker, and implementing security are key deployment steps.</a:t>
            </a:r>
          </a:p>
          <a:p>
            <a:pPr marL="0" indent="0">
              <a:lnSpc>
                <a:spcPct val="120000"/>
              </a:lnSpc>
              <a:spcBef>
                <a:spcPts val="2500"/>
              </a:spcBef>
              <a:buFont typeface="Arial" panose="020B0604020202020204" pitchFamily="34" charset="0"/>
              <a:buNone/>
            </a:pPr>
            <a:r>
              <a:rPr lang="en-US" sz="1300" b="1"/>
              <a:t>Monitoring and Maintenance</a:t>
            </a:r>
          </a:p>
          <a:p>
            <a:pPr marL="0" lvl="1" indent="0">
              <a:lnSpc>
                <a:spcPct val="120000"/>
              </a:lnSpc>
              <a:buFont typeface="Arial" panose="020B0604020202020204" pitchFamily="34" charset="0"/>
              <a:buNone/>
            </a:pPr>
            <a:r>
              <a:rPr lang="en-US" sz="1300"/>
              <a:t>Continuous monitoring detects model drift and performance degradation, enabling retraining or automated updates to maintain accuracy.</a:t>
            </a:r>
          </a:p>
        </p:txBody>
      </p:sp>
    </p:spTree>
    <p:extLst>
      <p:ext uri="{BB962C8B-B14F-4D97-AF65-F5344CB8AC3E}">
        <p14:creationId xmlns:p14="http://schemas.microsoft.com/office/powerpoint/2010/main" val="286313765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Portal">
  <a:themeElements>
    <a:clrScheme name="Portal">
      <a:dk1>
        <a:sysClr val="windowText" lastClr="000000"/>
      </a:dk1>
      <a:lt1>
        <a:sysClr val="window" lastClr="FFFFFF"/>
      </a:lt1>
      <a:dk2>
        <a:srgbClr val="051618"/>
      </a:dk2>
      <a:lt2>
        <a:srgbClr val="EEEEE7"/>
      </a:lt2>
      <a:accent1>
        <a:srgbClr val="2E744E"/>
      </a:accent1>
      <a:accent2>
        <a:srgbClr val="64924A"/>
      </a:accent2>
      <a:accent3>
        <a:srgbClr val="A9A747"/>
      </a:accent3>
      <a:accent4>
        <a:srgbClr val="20758C"/>
      </a:accent4>
      <a:accent5>
        <a:srgbClr val="23958F"/>
      </a:accent5>
      <a:accent6>
        <a:srgbClr val="E48754"/>
      </a:accent6>
      <a:hlink>
        <a:srgbClr val="64924A"/>
      </a:hlink>
      <a:folHlink>
        <a:srgbClr val="23958F"/>
      </a:folHlink>
    </a:clrScheme>
    <a:fontScheme name="Portal">
      <a:majorFont>
        <a:latin typeface="Trade Gothic Next Cond"/>
        <a:ea typeface=""/>
        <a:cs typeface=""/>
      </a:majorFont>
      <a:minorFont>
        <a:latin typeface="Trade Gothic Next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ortal" id="{0ABBBF5E-3148-4678-B376-37E3B053AF96}" vid="{A0700DDD-AFAF-45FE-A421-C7B91699B31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E183944-B4A3-408F-84AF-B39A80239D41}">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8230244F-B41E-4EF0-A264-C4482E5B0716}">
  <ds:schemaRefs>
    <ds:schemaRef ds:uri="230e9df3-be65-4c73-a93b-d1236ebd677e"/>
    <ds:schemaRef ds:uri="71af3243-3dd4-4a8d-8c0d-dd76da1f02a5"/>
    <ds:schemaRef ds:uri="http://schemas.microsoft.com/office/2006/metadata/properties"/>
    <ds:schemaRef ds:uri="http://schemas.microsoft.com/office/infopath/2007/PartnerControls"/>
    <ds:schemaRef ds:uri="http://schemas.microsoft.com/sharepoint/v3"/>
  </ds:schemaRefs>
</ds:datastoreItem>
</file>

<file path=customXml/itemProps3.xml><?xml version="1.0" encoding="utf-8"?>
<ds:datastoreItem xmlns:ds="http://schemas.openxmlformats.org/officeDocument/2006/customXml" ds:itemID="{0898A4A3-E691-488B-80DD-C39460F0CA79}">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Portal</Template>
  <TotalTime>0</TotalTime>
  <Words>1728</Words>
  <Application>Microsoft Macintosh PowerPoint</Application>
  <PresentationFormat>Widescreen</PresentationFormat>
  <Paragraphs>88</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Trade Gothic Next Cond</vt:lpstr>
      <vt:lpstr>Trade Gothic Next Light</vt:lpstr>
      <vt:lpstr>Portal</vt:lpstr>
      <vt:lpstr>Steps to Develop a Machine Learning Classification Model</vt:lpstr>
      <vt:lpstr>Introduction to ML Classification Model Development</vt:lpstr>
      <vt:lpstr>Define the Problem</vt:lpstr>
      <vt:lpstr>Collect Data</vt:lpstr>
      <vt:lpstr>Preprocess Data</vt:lpstr>
      <vt:lpstr>Split Data</vt:lpstr>
      <vt:lpstr>Choose Model</vt:lpstr>
      <vt:lpstr>Train Model</vt:lpstr>
      <vt:lpstr>Evaluate Model</vt:lpstr>
      <vt:lpstr>Deploy Model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cp:lastModifiedBy>Ndahimana, Emmanuel</cp:lastModifiedBy>
  <cp:revision>3</cp:revision>
  <dcterms:created xsi:type="dcterms:W3CDTF">2025-08-21T17:42:37Z</dcterms:created>
  <dcterms:modified xsi:type="dcterms:W3CDTF">2025-12-10T16:57:27Z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SIP_Label_55c5eb89-a1ec-4cf8-b8d4-f6a23bcf8f72_Enabled">
    <vt:lpwstr>true</vt:lpwstr>
  </property>
  <property fmtid="{D5CDD505-2E9C-101B-9397-08002B2CF9AE}" pid="4" name="MSIP_Label_55c5eb89-a1ec-4cf8-b8d4-f6a23bcf8f72_SetDate">
    <vt:lpwstr>2025-12-10T16:21:37Z</vt:lpwstr>
  </property>
  <property fmtid="{D5CDD505-2E9C-101B-9397-08002B2CF9AE}" pid="5" name="MSIP_Label_55c5eb89-a1ec-4cf8-b8d4-f6a23bcf8f72_Method">
    <vt:lpwstr>Privileged</vt:lpwstr>
  </property>
  <property fmtid="{D5CDD505-2E9C-101B-9397-08002B2CF9AE}" pid="6" name="MSIP_Label_55c5eb89-a1ec-4cf8-b8d4-f6a23bcf8f72_Name">
    <vt:lpwstr>PUBLIC</vt:lpwstr>
  </property>
  <property fmtid="{D5CDD505-2E9C-101B-9397-08002B2CF9AE}" pid="7" name="MSIP_Label_55c5eb89-a1ec-4cf8-b8d4-f6a23bcf8f72_SiteId">
    <vt:lpwstr>968fd953-3deb-4543-8ab9-8b0f19e71ed9</vt:lpwstr>
  </property>
  <property fmtid="{D5CDD505-2E9C-101B-9397-08002B2CF9AE}" pid="8" name="MSIP_Label_55c5eb89-a1ec-4cf8-b8d4-f6a23bcf8f72_ActionId">
    <vt:lpwstr>398c8ade-166a-457b-9849-7c2892778d40</vt:lpwstr>
  </property>
  <property fmtid="{D5CDD505-2E9C-101B-9397-08002B2CF9AE}" pid="9" name="MSIP_Label_55c5eb89-a1ec-4cf8-b8d4-f6a23bcf8f72_ContentBits">
    <vt:lpwstr>0</vt:lpwstr>
  </property>
  <property fmtid="{D5CDD505-2E9C-101B-9397-08002B2CF9AE}" pid="10" name="MSIP_Label_55c5eb89-a1ec-4cf8-b8d4-f6a23bcf8f72_Tag">
    <vt:lpwstr>10, 0, 1, 2</vt:lpwstr>
  </property>
</Properties>
</file>